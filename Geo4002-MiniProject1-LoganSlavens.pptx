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FA332-48D6-594E-848C-9DFEAFC8AFD2}" v="105" dt="2026-02-10T21:37:32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3"/>
    <p:restoredTop sz="94704"/>
  </p:normalViewPr>
  <p:slideViewPr>
    <p:cSldViewPr snapToGrid="0">
      <p:cViewPr varScale="1">
        <p:scale>
          <a:sx n="67" d="100"/>
          <a:sy n="67" d="100"/>
        </p:scale>
        <p:origin x="19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E21E87-3CDA-493E-BCFD-E8895A4EA724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E8112C-54A1-40AD-8DB7-5119308752A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Step 1 – Data Gathering</a:t>
          </a:r>
        </a:p>
      </dgm:t>
    </dgm:pt>
    <dgm:pt modelId="{8685EC47-91EC-4381-AC24-0F7749079E15}" type="parTrans" cxnId="{81CBDD27-3C2D-47FC-BE55-9DCF06E79190}">
      <dgm:prSet/>
      <dgm:spPr/>
      <dgm:t>
        <a:bodyPr/>
        <a:lstStyle/>
        <a:p>
          <a:endParaRPr lang="en-US"/>
        </a:p>
      </dgm:t>
    </dgm:pt>
    <dgm:pt modelId="{3A8847B9-93B9-4B24-A625-72477EF3FDE4}" type="sibTrans" cxnId="{81CBDD27-3C2D-47FC-BE55-9DCF06E79190}">
      <dgm:prSet/>
      <dgm:spPr/>
      <dgm:t>
        <a:bodyPr/>
        <a:lstStyle/>
        <a:p>
          <a:endParaRPr lang="en-US"/>
        </a:p>
      </dgm:t>
    </dgm:pt>
    <dgm:pt modelId="{34E40E57-A005-44C2-8075-843B23FDCE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Researched what area in considered inside the NMSZ</a:t>
          </a:r>
        </a:p>
      </dgm:t>
    </dgm:pt>
    <dgm:pt modelId="{4FFE17CB-3774-43A1-9147-3A16685C1132}" type="parTrans" cxnId="{5F92B6B8-9C0F-48DA-9FE4-3F8087199C7F}">
      <dgm:prSet/>
      <dgm:spPr/>
      <dgm:t>
        <a:bodyPr/>
        <a:lstStyle/>
        <a:p>
          <a:endParaRPr lang="en-US"/>
        </a:p>
      </dgm:t>
    </dgm:pt>
    <dgm:pt modelId="{454F9DA9-98F3-48F1-9983-737B9E4D1ED2}" type="sibTrans" cxnId="{5F92B6B8-9C0F-48DA-9FE4-3F8087199C7F}">
      <dgm:prSet/>
      <dgm:spPr/>
      <dgm:t>
        <a:bodyPr/>
        <a:lstStyle/>
        <a:p>
          <a:endParaRPr lang="en-US"/>
        </a:p>
      </dgm:t>
    </dgm:pt>
    <dgm:pt modelId="{E3085290-3862-4069-A03F-A84A7D96A8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Found geo-stations located within the zone</a:t>
          </a:r>
        </a:p>
      </dgm:t>
    </dgm:pt>
    <dgm:pt modelId="{2E8E647B-D44F-451C-9E7C-A8EF1BA4975D}" type="parTrans" cxnId="{BE5B2457-E2BF-4711-81D5-124E4977AE39}">
      <dgm:prSet/>
      <dgm:spPr/>
      <dgm:t>
        <a:bodyPr/>
        <a:lstStyle/>
        <a:p>
          <a:endParaRPr lang="en-US"/>
        </a:p>
      </dgm:t>
    </dgm:pt>
    <dgm:pt modelId="{281549D6-A079-4233-AF8E-D45B4D7CEB31}" type="sibTrans" cxnId="{BE5B2457-E2BF-4711-81D5-124E4977AE39}">
      <dgm:prSet/>
      <dgm:spPr/>
      <dgm:t>
        <a:bodyPr/>
        <a:lstStyle/>
        <a:p>
          <a:endParaRPr lang="en-US"/>
        </a:p>
      </dgm:t>
    </dgm:pt>
    <dgm:pt modelId="{B1BFEB23-C8E3-42F3-B90F-F39E03D6FA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Grabbed a few stations outside the zone for comparison data</a:t>
          </a:r>
        </a:p>
      </dgm:t>
    </dgm:pt>
    <dgm:pt modelId="{31EE965B-73F8-4102-A636-7834B4A265D5}" type="parTrans" cxnId="{A895908D-47BB-43FA-8B65-15CE552B6E5F}">
      <dgm:prSet/>
      <dgm:spPr/>
      <dgm:t>
        <a:bodyPr/>
        <a:lstStyle/>
        <a:p>
          <a:endParaRPr lang="en-US"/>
        </a:p>
      </dgm:t>
    </dgm:pt>
    <dgm:pt modelId="{029DEDDF-CE72-42B5-89E3-B8FBCE4E6259}" type="sibTrans" cxnId="{A895908D-47BB-43FA-8B65-15CE552B6E5F}">
      <dgm:prSet/>
      <dgm:spPr/>
      <dgm:t>
        <a:bodyPr/>
        <a:lstStyle/>
        <a:p>
          <a:endParaRPr lang="en-US"/>
        </a:p>
      </dgm:t>
    </dgm:pt>
    <dgm:pt modelId="{1C5D022C-F84E-4804-AAD4-6846B5488A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Step 2 – Calculations</a:t>
          </a:r>
        </a:p>
      </dgm:t>
    </dgm:pt>
    <dgm:pt modelId="{92EB1C00-C409-4EDA-99C9-9C17E3289AD9}" type="parTrans" cxnId="{4C1B7709-C139-4448-8F9F-86733B5C495A}">
      <dgm:prSet/>
      <dgm:spPr/>
      <dgm:t>
        <a:bodyPr/>
        <a:lstStyle/>
        <a:p>
          <a:endParaRPr lang="en-US"/>
        </a:p>
      </dgm:t>
    </dgm:pt>
    <dgm:pt modelId="{B2C99E2C-21D7-45E7-AE4B-EDE8AEC626BE}" type="sibTrans" cxnId="{4C1B7709-C139-4448-8F9F-86733B5C495A}">
      <dgm:prSet/>
      <dgm:spPr/>
      <dgm:t>
        <a:bodyPr/>
        <a:lstStyle/>
        <a:p>
          <a:endParaRPr lang="en-US"/>
        </a:p>
      </dgm:t>
    </dgm:pt>
    <dgm:pt modelId="{D69F8D35-0A23-4EBB-91C5-2412F89A70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Found velocities of each station due east in mm/year base on position vs time</a:t>
          </a:r>
        </a:p>
      </dgm:t>
    </dgm:pt>
    <dgm:pt modelId="{DEF9C792-C3F8-4885-9457-3FEFCEE9241E}" type="parTrans" cxnId="{6A048840-6CB1-496D-BABA-59B76AF9043E}">
      <dgm:prSet/>
      <dgm:spPr/>
      <dgm:t>
        <a:bodyPr/>
        <a:lstStyle/>
        <a:p>
          <a:endParaRPr lang="en-US"/>
        </a:p>
      </dgm:t>
    </dgm:pt>
    <dgm:pt modelId="{FCD872B8-25CE-40A8-AE09-764354D643DC}" type="sibTrans" cxnId="{6A048840-6CB1-496D-BABA-59B76AF9043E}">
      <dgm:prSet/>
      <dgm:spPr/>
      <dgm:t>
        <a:bodyPr/>
        <a:lstStyle/>
        <a:p>
          <a:endParaRPr lang="en-US"/>
        </a:p>
      </dgm:t>
    </dgm:pt>
    <dgm:pt modelId="{9C784894-E7D2-4C45-B0AF-7EA6F297EEA1}">
      <dgm:prSet/>
      <dgm:spPr/>
      <dgm:t>
        <a:bodyPr/>
        <a:lstStyle/>
        <a:p>
          <a:r>
            <a:rPr lang="en-US"/>
            <a:t>Used polyfit function – d(t) = v * t + d_0</a:t>
          </a:r>
        </a:p>
      </dgm:t>
    </dgm:pt>
    <dgm:pt modelId="{69024874-1A1F-470E-B350-4500011ED9B2}" type="parTrans" cxnId="{EF391809-40D3-4130-8EDB-87EAEF6474BD}">
      <dgm:prSet/>
      <dgm:spPr/>
      <dgm:t>
        <a:bodyPr/>
        <a:lstStyle/>
        <a:p>
          <a:endParaRPr lang="en-US"/>
        </a:p>
      </dgm:t>
    </dgm:pt>
    <dgm:pt modelId="{3B1E8B41-023D-48F7-901A-51FBEB74D1B3}" type="sibTrans" cxnId="{EF391809-40D3-4130-8EDB-87EAEF6474BD}">
      <dgm:prSet/>
      <dgm:spPr/>
      <dgm:t>
        <a:bodyPr/>
        <a:lstStyle/>
        <a:p>
          <a:endParaRPr lang="en-US"/>
        </a:p>
      </dgm:t>
    </dgm:pt>
    <dgm:pt modelId="{3030FA9F-116A-4667-9775-F0FD2FDED0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Found the relative velocities</a:t>
          </a:r>
        </a:p>
      </dgm:t>
    </dgm:pt>
    <dgm:pt modelId="{C49AB4DE-ADA9-4617-B698-5921836EC97B}" type="parTrans" cxnId="{834E1F14-7437-4A82-B9C8-8CC74BBCFCAE}">
      <dgm:prSet/>
      <dgm:spPr/>
      <dgm:t>
        <a:bodyPr/>
        <a:lstStyle/>
        <a:p>
          <a:endParaRPr lang="en-US"/>
        </a:p>
      </dgm:t>
    </dgm:pt>
    <dgm:pt modelId="{A5FF8360-98D9-4F65-B1F7-FD07FB79782B}" type="sibTrans" cxnId="{834E1F14-7437-4A82-B9C8-8CC74BBCFCAE}">
      <dgm:prSet/>
      <dgm:spPr/>
      <dgm:t>
        <a:bodyPr/>
        <a:lstStyle/>
        <a:p>
          <a:endParaRPr lang="en-US"/>
        </a:p>
      </dgm:t>
    </dgm:pt>
    <dgm:pt modelId="{A9A75640-EB00-4BBE-8AF6-D52D8972FD78}">
      <dgm:prSet/>
      <dgm:spPr/>
      <dgm:t>
        <a:bodyPr/>
        <a:lstStyle/>
        <a:p>
          <a:r>
            <a:rPr lang="en-US"/>
            <a:t>Vrel = Vobs – Voutside (rest of plate)</a:t>
          </a:r>
        </a:p>
      </dgm:t>
    </dgm:pt>
    <dgm:pt modelId="{72FB0403-0A00-4B5A-AF9C-F0A69892C816}" type="parTrans" cxnId="{38AF8966-64CE-4822-B3CA-BAD1D77EF648}">
      <dgm:prSet/>
      <dgm:spPr/>
      <dgm:t>
        <a:bodyPr/>
        <a:lstStyle/>
        <a:p>
          <a:endParaRPr lang="en-US"/>
        </a:p>
      </dgm:t>
    </dgm:pt>
    <dgm:pt modelId="{002DE076-8365-4D3B-B64E-770A42383E96}" type="sibTrans" cxnId="{38AF8966-64CE-4822-B3CA-BAD1D77EF648}">
      <dgm:prSet/>
      <dgm:spPr/>
      <dgm:t>
        <a:bodyPr/>
        <a:lstStyle/>
        <a:p>
          <a:endParaRPr lang="en-US"/>
        </a:p>
      </dgm:t>
    </dgm:pt>
    <dgm:pt modelId="{24877BB3-38D4-4CED-A633-9ED892A3DE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Found the Residuals to find the difference between my calculations and gps data</a:t>
          </a:r>
        </a:p>
      </dgm:t>
    </dgm:pt>
    <dgm:pt modelId="{D9DAAEC4-771D-4A34-8D40-B11E0C858B52}" type="parTrans" cxnId="{D18AD00E-E2CD-4038-8EAD-ACC301853A01}">
      <dgm:prSet/>
      <dgm:spPr/>
      <dgm:t>
        <a:bodyPr/>
        <a:lstStyle/>
        <a:p>
          <a:endParaRPr lang="en-US"/>
        </a:p>
      </dgm:t>
    </dgm:pt>
    <dgm:pt modelId="{8E448E2A-69D8-46A0-964E-6459F159AB46}" type="sibTrans" cxnId="{D18AD00E-E2CD-4038-8EAD-ACC301853A01}">
      <dgm:prSet/>
      <dgm:spPr/>
      <dgm:t>
        <a:bodyPr/>
        <a:lstStyle/>
        <a:p>
          <a:endParaRPr lang="en-US"/>
        </a:p>
      </dgm:t>
    </dgm:pt>
    <dgm:pt modelId="{B179844A-B14A-4773-B0F3-79845C499992}">
      <dgm:prSet/>
      <dgm:spPr/>
      <dgm:t>
        <a:bodyPr/>
        <a:lstStyle/>
        <a:p>
          <a:r>
            <a:rPr lang="en-US"/>
            <a:t>R(t) = GPSd – [v * t +d]</a:t>
          </a:r>
        </a:p>
      </dgm:t>
    </dgm:pt>
    <dgm:pt modelId="{7708AD57-5C39-4885-A7D1-8D70EC3C2FE7}" type="parTrans" cxnId="{402828A1-7E37-42B0-A8AB-A2FF4B0A4D90}">
      <dgm:prSet/>
      <dgm:spPr/>
      <dgm:t>
        <a:bodyPr/>
        <a:lstStyle/>
        <a:p>
          <a:endParaRPr lang="en-US"/>
        </a:p>
      </dgm:t>
    </dgm:pt>
    <dgm:pt modelId="{A4EFF0DF-02FC-4455-BB55-3CB56E507EE2}" type="sibTrans" cxnId="{402828A1-7E37-42B0-A8AB-A2FF4B0A4D90}">
      <dgm:prSet/>
      <dgm:spPr/>
      <dgm:t>
        <a:bodyPr/>
        <a:lstStyle/>
        <a:p>
          <a:endParaRPr lang="en-US"/>
        </a:p>
      </dgm:t>
    </dgm:pt>
    <dgm:pt modelId="{61602C39-B765-4416-BBD6-CB591F2272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Strain Analysis (attempted)</a:t>
          </a:r>
        </a:p>
      </dgm:t>
    </dgm:pt>
    <dgm:pt modelId="{495CBE3A-2D70-4DB7-967F-733C50628A23}" type="parTrans" cxnId="{7321D5B2-784B-44B1-B5F3-46FC9A973258}">
      <dgm:prSet/>
      <dgm:spPr/>
      <dgm:t>
        <a:bodyPr/>
        <a:lstStyle/>
        <a:p>
          <a:endParaRPr lang="en-US"/>
        </a:p>
      </dgm:t>
    </dgm:pt>
    <dgm:pt modelId="{FAFD280D-28E0-402F-9D1C-DBB5FDC26183}" type="sibTrans" cxnId="{7321D5B2-784B-44B1-B5F3-46FC9A973258}">
      <dgm:prSet/>
      <dgm:spPr/>
      <dgm:t>
        <a:bodyPr/>
        <a:lstStyle/>
        <a:p>
          <a:endParaRPr lang="en-US"/>
        </a:p>
      </dgm:t>
    </dgm:pt>
    <dgm:pt modelId="{DDF2335D-91EE-4830-B7B7-8136BD073F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 = Dv / Dl </a:t>
          </a:r>
        </a:p>
      </dgm:t>
    </dgm:pt>
    <dgm:pt modelId="{0A0364DB-840E-4BC1-BD29-4170F7EDDF0D}" type="parTrans" cxnId="{BD342F2C-E147-4ACB-8DB9-AE2C2F5AA71C}">
      <dgm:prSet/>
      <dgm:spPr/>
      <dgm:t>
        <a:bodyPr/>
        <a:lstStyle/>
        <a:p>
          <a:endParaRPr lang="en-US"/>
        </a:p>
      </dgm:t>
    </dgm:pt>
    <dgm:pt modelId="{764E7170-4E84-41CA-B3FE-913923EDEBFD}" type="sibTrans" cxnId="{BD342F2C-E147-4ACB-8DB9-AE2C2F5AA71C}">
      <dgm:prSet/>
      <dgm:spPr/>
      <dgm:t>
        <a:bodyPr/>
        <a:lstStyle/>
        <a:p>
          <a:endParaRPr lang="en-US"/>
        </a:p>
      </dgm:t>
    </dgm:pt>
    <dgm:pt modelId="{645D69B6-C37D-496D-810D-7D471A7F3CF9}">
      <dgm:prSet/>
      <dgm:spPr/>
      <dgm:t>
        <a:bodyPr/>
        <a:lstStyle/>
        <a:p>
          <a:r>
            <a:rPr lang="en-US"/>
            <a:t>With help of lecture and AI tried to make a model to show strain in the region</a:t>
          </a:r>
        </a:p>
      </dgm:t>
    </dgm:pt>
    <dgm:pt modelId="{1F6927BB-0AE6-4801-9E79-B10B4F3FD135}" type="parTrans" cxnId="{E675A21B-641B-424B-B054-543C1E758818}">
      <dgm:prSet/>
      <dgm:spPr/>
      <dgm:t>
        <a:bodyPr/>
        <a:lstStyle/>
        <a:p>
          <a:endParaRPr lang="en-US"/>
        </a:p>
      </dgm:t>
    </dgm:pt>
    <dgm:pt modelId="{69D9EE1D-EEB2-4E33-BF03-8F0FB3050AFF}" type="sibTrans" cxnId="{E675A21B-641B-424B-B054-543C1E758818}">
      <dgm:prSet/>
      <dgm:spPr/>
      <dgm:t>
        <a:bodyPr/>
        <a:lstStyle/>
        <a:p>
          <a:endParaRPr lang="en-US"/>
        </a:p>
      </dgm:t>
    </dgm:pt>
    <dgm:pt modelId="{4B69375C-AAC0-4D14-9552-8E47464E4D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Step 3 – Interpret the data and compare with outside sources</a:t>
          </a:r>
        </a:p>
      </dgm:t>
    </dgm:pt>
    <dgm:pt modelId="{33123EB5-FC30-4472-88D4-93C4F2B6E7B7}" type="parTrans" cxnId="{731BEDC7-E63F-48D1-B137-A8668DC091B1}">
      <dgm:prSet/>
      <dgm:spPr/>
      <dgm:t>
        <a:bodyPr/>
        <a:lstStyle/>
        <a:p>
          <a:endParaRPr lang="en-US"/>
        </a:p>
      </dgm:t>
    </dgm:pt>
    <dgm:pt modelId="{5EACCF04-207F-4FE7-B822-CA64812BADE3}" type="sibTrans" cxnId="{731BEDC7-E63F-48D1-B137-A8668DC091B1}">
      <dgm:prSet/>
      <dgm:spPr/>
      <dgm:t>
        <a:bodyPr/>
        <a:lstStyle/>
        <a:p>
          <a:endParaRPr lang="en-US"/>
        </a:p>
      </dgm:t>
    </dgm:pt>
    <dgm:pt modelId="{7D5A14D6-FAB6-429E-8A6C-AE0049A219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Found 2 outside sources on the MNSZ</a:t>
          </a:r>
        </a:p>
      </dgm:t>
    </dgm:pt>
    <dgm:pt modelId="{060F72F6-A8CB-406B-8C67-3782FB2FB244}" type="parTrans" cxnId="{44EBA108-DE62-46DA-8C7B-DF87EF8F78FF}">
      <dgm:prSet/>
      <dgm:spPr/>
      <dgm:t>
        <a:bodyPr/>
        <a:lstStyle/>
        <a:p>
          <a:endParaRPr lang="en-US"/>
        </a:p>
      </dgm:t>
    </dgm:pt>
    <dgm:pt modelId="{A3FC3986-8207-4414-9E8E-79B33E4202FB}" type="sibTrans" cxnId="{44EBA108-DE62-46DA-8C7B-DF87EF8F78FF}">
      <dgm:prSet/>
      <dgm:spPr/>
      <dgm:t>
        <a:bodyPr/>
        <a:lstStyle/>
        <a:p>
          <a:endParaRPr lang="en-US"/>
        </a:p>
      </dgm:t>
    </dgm:pt>
    <dgm:pt modelId="{9AEBBF0D-22B9-411A-B0B4-C1FC83631EAC}">
      <dgm:prSet/>
      <dgm:spPr/>
      <dgm:t>
        <a:bodyPr/>
        <a:lstStyle/>
        <a:p>
          <a:r>
            <a:rPr lang="en-US"/>
            <a:t>Csontos, R., Van Arsdale, R., Cox, R., &amp; Waldron, B. (2008). Reelfoot rift and its impact on Quaternary deformation in the central Mississippi River valley. Geosphere, 4(1), 145–158. https://doi.org/10.1130/GES00107.1</a:t>
          </a:r>
        </a:p>
      </dgm:t>
    </dgm:pt>
    <dgm:pt modelId="{EA42FB82-C8C8-4090-BEA0-BF2BB1E2D0EA}" type="parTrans" cxnId="{C8F10058-3084-4C58-A9F2-1C17E28F4505}">
      <dgm:prSet/>
      <dgm:spPr/>
      <dgm:t>
        <a:bodyPr/>
        <a:lstStyle/>
        <a:p>
          <a:endParaRPr lang="en-US"/>
        </a:p>
      </dgm:t>
    </dgm:pt>
    <dgm:pt modelId="{4AE50A76-6F25-49E2-88C3-8E61DDD57E1B}" type="sibTrans" cxnId="{C8F10058-3084-4C58-A9F2-1C17E28F4505}">
      <dgm:prSet/>
      <dgm:spPr/>
      <dgm:t>
        <a:bodyPr/>
        <a:lstStyle/>
        <a:p>
          <a:endParaRPr lang="en-US"/>
        </a:p>
      </dgm:t>
    </dgm:pt>
    <dgm:pt modelId="{E7BC0EAD-4A15-4656-A7A0-C9A9C1644BF0}">
      <dgm:prSet/>
      <dgm:spPr/>
      <dgm:t>
        <a:bodyPr/>
        <a:lstStyle/>
        <a:p>
          <a:r>
            <a:rPr lang="en-US"/>
            <a:t>Ryan Csontos, Roy Van Arsdale; New Madrid seismic zone fault geometry. Geosphere 2008;; 4 (5): 802–813. doi: https://doi.org/10.1130/GES00141.1</a:t>
          </a:r>
        </a:p>
      </dgm:t>
    </dgm:pt>
    <dgm:pt modelId="{8DB56DB1-98E4-4693-AACE-2724B562D9ED}" type="parTrans" cxnId="{0A489B69-8CDD-4537-9B04-BDF7C72EB643}">
      <dgm:prSet/>
      <dgm:spPr/>
      <dgm:t>
        <a:bodyPr/>
        <a:lstStyle/>
        <a:p>
          <a:endParaRPr lang="en-US"/>
        </a:p>
      </dgm:t>
    </dgm:pt>
    <dgm:pt modelId="{E94AC544-CF89-451A-8DA5-8D184A502B23}" type="sibTrans" cxnId="{0A489B69-8CDD-4537-9B04-BDF7C72EB643}">
      <dgm:prSet/>
      <dgm:spPr/>
      <dgm:t>
        <a:bodyPr/>
        <a:lstStyle/>
        <a:p>
          <a:endParaRPr lang="en-US"/>
        </a:p>
      </dgm:t>
    </dgm:pt>
    <dgm:pt modelId="{86D30131-D51E-41EA-AD83-E5F5170E97B5}" type="pres">
      <dgm:prSet presAssocID="{EFE21E87-3CDA-493E-BCFD-E8895A4EA724}" presName="root" presStyleCnt="0">
        <dgm:presLayoutVars>
          <dgm:dir/>
          <dgm:resizeHandles val="exact"/>
        </dgm:presLayoutVars>
      </dgm:prSet>
      <dgm:spPr/>
    </dgm:pt>
    <dgm:pt modelId="{BD322099-8553-4AC4-84BD-114713AC5FB7}" type="pres">
      <dgm:prSet presAssocID="{71E8112C-54A1-40AD-8DB7-5119308752A8}" presName="compNode" presStyleCnt="0"/>
      <dgm:spPr/>
    </dgm:pt>
    <dgm:pt modelId="{818765B8-5F51-4604-AB80-6B86D5365CF5}" type="pres">
      <dgm:prSet presAssocID="{71E8112C-54A1-40AD-8DB7-5119308752A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E0920FA-05E4-4AAC-80E0-41C1D8BD9A94}" type="pres">
      <dgm:prSet presAssocID="{71E8112C-54A1-40AD-8DB7-5119308752A8}" presName="iconSpace" presStyleCnt="0"/>
      <dgm:spPr/>
    </dgm:pt>
    <dgm:pt modelId="{3829D344-8317-4A5F-92C2-46DABC5CDCAD}" type="pres">
      <dgm:prSet presAssocID="{71E8112C-54A1-40AD-8DB7-5119308752A8}" presName="parTx" presStyleLbl="revTx" presStyleIdx="0" presStyleCnt="6">
        <dgm:presLayoutVars>
          <dgm:chMax val="0"/>
          <dgm:chPref val="0"/>
        </dgm:presLayoutVars>
      </dgm:prSet>
      <dgm:spPr/>
    </dgm:pt>
    <dgm:pt modelId="{0921A9C4-AF9A-49A6-8106-3FC89B1C5C6C}" type="pres">
      <dgm:prSet presAssocID="{71E8112C-54A1-40AD-8DB7-5119308752A8}" presName="txSpace" presStyleCnt="0"/>
      <dgm:spPr/>
    </dgm:pt>
    <dgm:pt modelId="{F1365718-D177-4D28-8245-619320D3298F}" type="pres">
      <dgm:prSet presAssocID="{71E8112C-54A1-40AD-8DB7-5119308752A8}" presName="desTx" presStyleLbl="revTx" presStyleIdx="1" presStyleCnt="6">
        <dgm:presLayoutVars/>
      </dgm:prSet>
      <dgm:spPr/>
    </dgm:pt>
    <dgm:pt modelId="{2E3B2F35-FC0D-427C-A7F6-A7D2C8AB9C03}" type="pres">
      <dgm:prSet presAssocID="{3A8847B9-93B9-4B24-A625-72477EF3FDE4}" presName="sibTrans" presStyleCnt="0"/>
      <dgm:spPr/>
    </dgm:pt>
    <dgm:pt modelId="{069DDEF1-915A-4EDC-B6D8-6799AD300E9B}" type="pres">
      <dgm:prSet presAssocID="{1C5D022C-F84E-4804-AAD4-6846B5488AD0}" presName="compNode" presStyleCnt="0"/>
      <dgm:spPr/>
    </dgm:pt>
    <dgm:pt modelId="{C01E433C-34CD-4CE2-9C5D-B3A6A30BEF6E}" type="pres">
      <dgm:prSet presAssocID="{1C5D022C-F84E-4804-AAD4-6846B5488AD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DDA764FD-9A76-4A26-82B3-4140D4D94521}" type="pres">
      <dgm:prSet presAssocID="{1C5D022C-F84E-4804-AAD4-6846B5488AD0}" presName="iconSpace" presStyleCnt="0"/>
      <dgm:spPr/>
    </dgm:pt>
    <dgm:pt modelId="{08CB34B8-F2C1-427C-8327-E258545FB648}" type="pres">
      <dgm:prSet presAssocID="{1C5D022C-F84E-4804-AAD4-6846B5488AD0}" presName="parTx" presStyleLbl="revTx" presStyleIdx="2" presStyleCnt="6">
        <dgm:presLayoutVars>
          <dgm:chMax val="0"/>
          <dgm:chPref val="0"/>
        </dgm:presLayoutVars>
      </dgm:prSet>
      <dgm:spPr/>
    </dgm:pt>
    <dgm:pt modelId="{E8860D5A-9DDE-49DE-85AE-72A35361456C}" type="pres">
      <dgm:prSet presAssocID="{1C5D022C-F84E-4804-AAD4-6846B5488AD0}" presName="txSpace" presStyleCnt="0"/>
      <dgm:spPr/>
    </dgm:pt>
    <dgm:pt modelId="{4F904CCC-950A-4234-AA0A-45C20A21C984}" type="pres">
      <dgm:prSet presAssocID="{1C5D022C-F84E-4804-AAD4-6846B5488AD0}" presName="desTx" presStyleLbl="revTx" presStyleIdx="3" presStyleCnt="6">
        <dgm:presLayoutVars/>
      </dgm:prSet>
      <dgm:spPr/>
    </dgm:pt>
    <dgm:pt modelId="{E604C589-8D1E-4F84-85AC-2A8783ADEACA}" type="pres">
      <dgm:prSet presAssocID="{B2C99E2C-21D7-45E7-AE4B-EDE8AEC626BE}" presName="sibTrans" presStyleCnt="0"/>
      <dgm:spPr/>
    </dgm:pt>
    <dgm:pt modelId="{949390E5-91E6-4173-873C-D8274F26629F}" type="pres">
      <dgm:prSet presAssocID="{4B69375C-AAC0-4D14-9552-8E47464E4D89}" presName="compNode" presStyleCnt="0"/>
      <dgm:spPr/>
    </dgm:pt>
    <dgm:pt modelId="{DC35B7DC-C1A0-4A61-A81F-03A3D277894E}" type="pres">
      <dgm:prSet presAssocID="{4B69375C-AAC0-4D14-9552-8E47464E4D8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9EB7571C-B4F4-4D3E-AAEA-1F04174B463C}" type="pres">
      <dgm:prSet presAssocID="{4B69375C-AAC0-4D14-9552-8E47464E4D89}" presName="iconSpace" presStyleCnt="0"/>
      <dgm:spPr/>
    </dgm:pt>
    <dgm:pt modelId="{A672D7D4-EB7D-4BE7-A8D1-D54BB0ADED2A}" type="pres">
      <dgm:prSet presAssocID="{4B69375C-AAC0-4D14-9552-8E47464E4D89}" presName="parTx" presStyleLbl="revTx" presStyleIdx="4" presStyleCnt="6">
        <dgm:presLayoutVars>
          <dgm:chMax val="0"/>
          <dgm:chPref val="0"/>
        </dgm:presLayoutVars>
      </dgm:prSet>
      <dgm:spPr/>
    </dgm:pt>
    <dgm:pt modelId="{A7502642-F144-429A-A1C0-F06017A5671E}" type="pres">
      <dgm:prSet presAssocID="{4B69375C-AAC0-4D14-9552-8E47464E4D89}" presName="txSpace" presStyleCnt="0"/>
      <dgm:spPr/>
    </dgm:pt>
    <dgm:pt modelId="{8EDC40B7-4DB9-4F65-9BBB-F31A76AEBAEE}" type="pres">
      <dgm:prSet presAssocID="{4B69375C-AAC0-4D14-9552-8E47464E4D89}" presName="desTx" presStyleLbl="revTx" presStyleIdx="5" presStyleCnt="6">
        <dgm:presLayoutVars/>
      </dgm:prSet>
      <dgm:spPr/>
    </dgm:pt>
  </dgm:ptLst>
  <dgm:cxnLst>
    <dgm:cxn modelId="{C7ED6C03-DD47-8B44-B6DF-993057229166}" type="presOf" srcId="{9AEBBF0D-22B9-411A-B0B4-C1FC83631EAC}" destId="{8EDC40B7-4DB9-4F65-9BBB-F31A76AEBAEE}" srcOrd="0" destOrd="1" presId="urn:microsoft.com/office/officeart/2018/5/layout/CenteredIconLabelDescriptionList"/>
    <dgm:cxn modelId="{44EBA108-DE62-46DA-8C7B-DF87EF8F78FF}" srcId="{4B69375C-AAC0-4D14-9552-8E47464E4D89}" destId="{7D5A14D6-FAB6-429E-8A6C-AE0049A219EB}" srcOrd="0" destOrd="0" parTransId="{060F72F6-A8CB-406B-8C67-3782FB2FB244}" sibTransId="{A3FC3986-8207-4414-9E8E-79B33E4202FB}"/>
    <dgm:cxn modelId="{EF391809-40D3-4130-8EDB-87EAEF6474BD}" srcId="{D69F8D35-0A23-4EBB-91C5-2412F89A7092}" destId="{9C784894-E7D2-4C45-B0AF-7EA6F297EEA1}" srcOrd="0" destOrd="0" parTransId="{69024874-1A1F-470E-B350-4500011ED9B2}" sibTransId="{3B1E8B41-023D-48F7-901A-51FBEB74D1B3}"/>
    <dgm:cxn modelId="{4C1B7709-C139-4448-8F9F-86733B5C495A}" srcId="{EFE21E87-3CDA-493E-BCFD-E8895A4EA724}" destId="{1C5D022C-F84E-4804-AAD4-6846B5488AD0}" srcOrd="1" destOrd="0" parTransId="{92EB1C00-C409-4EDA-99C9-9C17E3289AD9}" sibTransId="{B2C99E2C-21D7-45E7-AE4B-EDE8AEC626BE}"/>
    <dgm:cxn modelId="{E1D2150C-2685-9D4E-9EE5-C54A427F392E}" type="presOf" srcId="{645D69B6-C37D-496D-810D-7D471A7F3CF9}" destId="{4F904CCC-950A-4234-AA0A-45C20A21C984}" srcOrd="0" destOrd="8" presId="urn:microsoft.com/office/officeart/2018/5/layout/CenteredIconLabelDescriptionList"/>
    <dgm:cxn modelId="{D18AD00E-E2CD-4038-8EAD-ACC301853A01}" srcId="{1C5D022C-F84E-4804-AAD4-6846B5488AD0}" destId="{24877BB3-38D4-4CED-A633-9ED892A3DEBC}" srcOrd="2" destOrd="0" parTransId="{D9DAAEC4-771D-4A34-8D40-B11E0C858B52}" sibTransId="{8E448E2A-69D8-46A0-964E-6459F159AB46}"/>
    <dgm:cxn modelId="{834E1F14-7437-4A82-B9C8-8CC74BBCFCAE}" srcId="{1C5D022C-F84E-4804-AAD4-6846B5488AD0}" destId="{3030FA9F-116A-4667-9775-F0FD2FDED0B2}" srcOrd="1" destOrd="0" parTransId="{C49AB4DE-ADA9-4617-B698-5921836EC97B}" sibTransId="{A5FF8360-98D9-4F65-B1F7-FD07FB79782B}"/>
    <dgm:cxn modelId="{90D9981B-5398-D644-A270-4F6D4593A542}" type="presOf" srcId="{B1BFEB23-C8E3-42F3-B90F-F39E03D6FA09}" destId="{F1365718-D177-4D28-8245-619320D3298F}" srcOrd="0" destOrd="2" presId="urn:microsoft.com/office/officeart/2018/5/layout/CenteredIconLabelDescriptionList"/>
    <dgm:cxn modelId="{E675A21B-641B-424B-B054-543C1E758818}" srcId="{DDF2335D-91EE-4830-B7B7-8136BD073FC4}" destId="{645D69B6-C37D-496D-810D-7D471A7F3CF9}" srcOrd="0" destOrd="0" parTransId="{1F6927BB-0AE6-4801-9E79-B10B4F3FD135}" sibTransId="{69D9EE1D-EEB2-4E33-BF03-8F0FB3050AFF}"/>
    <dgm:cxn modelId="{81CBDD27-3C2D-47FC-BE55-9DCF06E79190}" srcId="{EFE21E87-3CDA-493E-BCFD-E8895A4EA724}" destId="{71E8112C-54A1-40AD-8DB7-5119308752A8}" srcOrd="0" destOrd="0" parTransId="{8685EC47-91EC-4381-AC24-0F7749079E15}" sibTransId="{3A8847B9-93B9-4B24-A625-72477EF3FDE4}"/>
    <dgm:cxn modelId="{C1CC3A2B-50E1-0749-95E1-8F7E8E5B713A}" type="presOf" srcId="{E3085290-3862-4069-A03F-A84A7D96A819}" destId="{F1365718-D177-4D28-8245-619320D3298F}" srcOrd="0" destOrd="1" presId="urn:microsoft.com/office/officeart/2018/5/layout/CenteredIconLabelDescriptionList"/>
    <dgm:cxn modelId="{BD342F2C-E147-4ACB-8DB9-AE2C2F5AA71C}" srcId="{1C5D022C-F84E-4804-AAD4-6846B5488AD0}" destId="{DDF2335D-91EE-4830-B7B7-8136BD073FC4}" srcOrd="4" destOrd="0" parTransId="{0A0364DB-840E-4BC1-BD29-4170F7EDDF0D}" sibTransId="{764E7170-4E84-41CA-B3FE-913923EDEBFD}"/>
    <dgm:cxn modelId="{B7BE2337-6710-C94C-8479-7802AEF81FA9}" type="presOf" srcId="{E7BC0EAD-4A15-4656-A7A0-C9A9C1644BF0}" destId="{8EDC40B7-4DB9-4F65-9BBB-F31A76AEBAEE}" srcOrd="0" destOrd="2" presId="urn:microsoft.com/office/officeart/2018/5/layout/CenteredIconLabelDescriptionList"/>
    <dgm:cxn modelId="{6A048840-6CB1-496D-BABA-59B76AF9043E}" srcId="{1C5D022C-F84E-4804-AAD4-6846B5488AD0}" destId="{D69F8D35-0A23-4EBB-91C5-2412F89A7092}" srcOrd="0" destOrd="0" parTransId="{DEF9C792-C3F8-4885-9457-3FEFCEE9241E}" sibTransId="{FCD872B8-25CE-40A8-AE09-764354D643DC}"/>
    <dgm:cxn modelId="{BE5B2457-E2BF-4711-81D5-124E4977AE39}" srcId="{71E8112C-54A1-40AD-8DB7-5119308752A8}" destId="{E3085290-3862-4069-A03F-A84A7D96A819}" srcOrd="1" destOrd="0" parTransId="{2E8E647B-D44F-451C-9E7C-A8EF1BA4975D}" sibTransId="{281549D6-A079-4233-AF8E-D45B4D7CEB31}"/>
    <dgm:cxn modelId="{C8F10058-3084-4C58-A9F2-1C17E28F4505}" srcId="{7D5A14D6-FAB6-429E-8A6C-AE0049A219EB}" destId="{9AEBBF0D-22B9-411A-B0B4-C1FC83631EAC}" srcOrd="0" destOrd="0" parTransId="{EA42FB82-C8C8-4090-BEA0-BF2BB1E2D0EA}" sibTransId="{4AE50A76-6F25-49E2-88C3-8E61DDD57E1B}"/>
    <dgm:cxn modelId="{5AD5175B-1F9A-D04A-B773-37348BA33955}" type="presOf" srcId="{61602C39-B765-4416-BBD6-CB591F227245}" destId="{4F904CCC-950A-4234-AA0A-45C20A21C984}" srcOrd="0" destOrd="6" presId="urn:microsoft.com/office/officeart/2018/5/layout/CenteredIconLabelDescriptionList"/>
    <dgm:cxn modelId="{0FCEA860-E170-E441-8186-E637BAC594C9}" type="presOf" srcId="{3030FA9F-116A-4667-9775-F0FD2FDED0B2}" destId="{4F904CCC-950A-4234-AA0A-45C20A21C984}" srcOrd="0" destOrd="2" presId="urn:microsoft.com/office/officeart/2018/5/layout/CenteredIconLabelDescriptionList"/>
    <dgm:cxn modelId="{38AF8966-64CE-4822-B3CA-BAD1D77EF648}" srcId="{3030FA9F-116A-4667-9775-F0FD2FDED0B2}" destId="{A9A75640-EB00-4BBE-8AF6-D52D8972FD78}" srcOrd="0" destOrd="0" parTransId="{72FB0403-0A00-4B5A-AF9C-F0A69892C816}" sibTransId="{002DE076-8365-4D3B-B64E-770A42383E96}"/>
    <dgm:cxn modelId="{0A489B69-8CDD-4537-9B04-BDF7C72EB643}" srcId="{7D5A14D6-FAB6-429E-8A6C-AE0049A219EB}" destId="{E7BC0EAD-4A15-4656-A7A0-C9A9C1644BF0}" srcOrd="1" destOrd="0" parTransId="{8DB56DB1-98E4-4693-AACE-2724B562D9ED}" sibTransId="{E94AC544-CF89-451A-8DA5-8D184A502B23}"/>
    <dgm:cxn modelId="{D7DEB97E-479E-5B4A-8AE5-ECE3F4E2379F}" type="presOf" srcId="{24877BB3-38D4-4CED-A633-9ED892A3DEBC}" destId="{4F904CCC-950A-4234-AA0A-45C20A21C984}" srcOrd="0" destOrd="4" presId="urn:microsoft.com/office/officeart/2018/5/layout/CenteredIconLabelDescriptionList"/>
    <dgm:cxn modelId="{A895908D-47BB-43FA-8B65-15CE552B6E5F}" srcId="{71E8112C-54A1-40AD-8DB7-5119308752A8}" destId="{B1BFEB23-C8E3-42F3-B90F-F39E03D6FA09}" srcOrd="2" destOrd="0" parTransId="{31EE965B-73F8-4102-A636-7834B4A265D5}" sibTransId="{029DEDDF-CE72-42B5-89E3-B8FBCE4E6259}"/>
    <dgm:cxn modelId="{17992B94-7D3A-334A-AB75-52AC3C314FDF}" type="presOf" srcId="{1C5D022C-F84E-4804-AAD4-6846B5488AD0}" destId="{08CB34B8-F2C1-427C-8327-E258545FB648}" srcOrd="0" destOrd="0" presId="urn:microsoft.com/office/officeart/2018/5/layout/CenteredIconLabelDescriptionList"/>
    <dgm:cxn modelId="{4353FA98-10A1-9A4D-B166-4FE3206DF81C}" type="presOf" srcId="{34E40E57-A005-44C2-8075-843B23FDCE90}" destId="{F1365718-D177-4D28-8245-619320D3298F}" srcOrd="0" destOrd="0" presId="urn:microsoft.com/office/officeart/2018/5/layout/CenteredIconLabelDescriptionList"/>
    <dgm:cxn modelId="{402828A1-7E37-42B0-A8AB-A2FF4B0A4D90}" srcId="{24877BB3-38D4-4CED-A633-9ED892A3DEBC}" destId="{B179844A-B14A-4773-B0F3-79845C499992}" srcOrd="0" destOrd="0" parTransId="{7708AD57-5C39-4885-A7D1-8D70EC3C2FE7}" sibTransId="{A4EFF0DF-02FC-4455-BB55-3CB56E507EE2}"/>
    <dgm:cxn modelId="{6EAB93A4-5FAE-EC42-AA77-6131A83B418D}" type="presOf" srcId="{A9A75640-EB00-4BBE-8AF6-D52D8972FD78}" destId="{4F904CCC-950A-4234-AA0A-45C20A21C984}" srcOrd="0" destOrd="3" presId="urn:microsoft.com/office/officeart/2018/5/layout/CenteredIconLabelDescriptionList"/>
    <dgm:cxn modelId="{7321D5B2-784B-44B1-B5F3-46FC9A973258}" srcId="{1C5D022C-F84E-4804-AAD4-6846B5488AD0}" destId="{61602C39-B765-4416-BBD6-CB591F227245}" srcOrd="3" destOrd="0" parTransId="{495CBE3A-2D70-4DB7-967F-733C50628A23}" sibTransId="{FAFD280D-28E0-402F-9D1C-DBB5FDC26183}"/>
    <dgm:cxn modelId="{77117BB5-3C62-6746-A61F-51F8CBBF46A5}" type="presOf" srcId="{4B69375C-AAC0-4D14-9552-8E47464E4D89}" destId="{A672D7D4-EB7D-4BE7-A8D1-D54BB0ADED2A}" srcOrd="0" destOrd="0" presId="urn:microsoft.com/office/officeart/2018/5/layout/CenteredIconLabelDescriptionList"/>
    <dgm:cxn modelId="{5F92B6B8-9C0F-48DA-9FE4-3F8087199C7F}" srcId="{71E8112C-54A1-40AD-8DB7-5119308752A8}" destId="{34E40E57-A005-44C2-8075-843B23FDCE90}" srcOrd="0" destOrd="0" parTransId="{4FFE17CB-3774-43A1-9147-3A16685C1132}" sibTransId="{454F9DA9-98F3-48F1-9983-737B9E4D1ED2}"/>
    <dgm:cxn modelId="{2DA205BC-C445-914D-AA7B-274DD35D6702}" type="presOf" srcId="{DDF2335D-91EE-4830-B7B7-8136BD073FC4}" destId="{4F904CCC-950A-4234-AA0A-45C20A21C984}" srcOrd="0" destOrd="7" presId="urn:microsoft.com/office/officeart/2018/5/layout/CenteredIconLabelDescriptionList"/>
    <dgm:cxn modelId="{731BEDC7-E63F-48D1-B137-A8668DC091B1}" srcId="{EFE21E87-3CDA-493E-BCFD-E8895A4EA724}" destId="{4B69375C-AAC0-4D14-9552-8E47464E4D89}" srcOrd="2" destOrd="0" parTransId="{33123EB5-FC30-4472-88D4-93C4F2B6E7B7}" sibTransId="{5EACCF04-207F-4FE7-B822-CA64812BADE3}"/>
    <dgm:cxn modelId="{CE7D21CC-3DE0-D148-951F-7B7CE4753380}" type="presOf" srcId="{D69F8D35-0A23-4EBB-91C5-2412F89A7092}" destId="{4F904CCC-950A-4234-AA0A-45C20A21C984}" srcOrd="0" destOrd="0" presId="urn:microsoft.com/office/officeart/2018/5/layout/CenteredIconLabelDescriptionList"/>
    <dgm:cxn modelId="{39A2AED5-A53C-6745-91D6-979C0545F50C}" type="presOf" srcId="{EFE21E87-3CDA-493E-BCFD-E8895A4EA724}" destId="{86D30131-D51E-41EA-AD83-E5F5170E97B5}" srcOrd="0" destOrd="0" presId="urn:microsoft.com/office/officeart/2018/5/layout/CenteredIconLabelDescriptionList"/>
    <dgm:cxn modelId="{2399C4D7-1684-8C4F-AC61-FC5832E9951A}" type="presOf" srcId="{9C784894-E7D2-4C45-B0AF-7EA6F297EEA1}" destId="{4F904CCC-950A-4234-AA0A-45C20A21C984}" srcOrd="0" destOrd="1" presId="urn:microsoft.com/office/officeart/2018/5/layout/CenteredIconLabelDescriptionList"/>
    <dgm:cxn modelId="{0AEA6BEF-1DD3-EE45-B9CB-1554BD752341}" type="presOf" srcId="{7D5A14D6-FAB6-429E-8A6C-AE0049A219EB}" destId="{8EDC40B7-4DB9-4F65-9BBB-F31A76AEBAEE}" srcOrd="0" destOrd="0" presId="urn:microsoft.com/office/officeart/2018/5/layout/CenteredIconLabelDescriptionList"/>
    <dgm:cxn modelId="{6C5354F3-2705-6147-AC8B-F6A509DFAD4A}" type="presOf" srcId="{B179844A-B14A-4773-B0F3-79845C499992}" destId="{4F904CCC-950A-4234-AA0A-45C20A21C984}" srcOrd="0" destOrd="5" presId="urn:microsoft.com/office/officeart/2018/5/layout/CenteredIconLabelDescriptionList"/>
    <dgm:cxn modelId="{3C6922F9-5143-4C47-ABB4-17195F3E35DB}" type="presOf" srcId="{71E8112C-54A1-40AD-8DB7-5119308752A8}" destId="{3829D344-8317-4A5F-92C2-46DABC5CDCAD}" srcOrd="0" destOrd="0" presId="urn:microsoft.com/office/officeart/2018/5/layout/CenteredIconLabelDescriptionList"/>
    <dgm:cxn modelId="{C05441A8-EFDB-7441-B6FB-850DD2EE1E91}" type="presParOf" srcId="{86D30131-D51E-41EA-AD83-E5F5170E97B5}" destId="{BD322099-8553-4AC4-84BD-114713AC5FB7}" srcOrd="0" destOrd="0" presId="urn:microsoft.com/office/officeart/2018/5/layout/CenteredIconLabelDescriptionList"/>
    <dgm:cxn modelId="{5DB8CA8F-1B71-264C-81AC-AE105C21F767}" type="presParOf" srcId="{BD322099-8553-4AC4-84BD-114713AC5FB7}" destId="{818765B8-5F51-4604-AB80-6B86D5365CF5}" srcOrd="0" destOrd="0" presId="urn:microsoft.com/office/officeart/2018/5/layout/CenteredIconLabelDescriptionList"/>
    <dgm:cxn modelId="{26E2539D-126C-D54B-A090-40D10517418A}" type="presParOf" srcId="{BD322099-8553-4AC4-84BD-114713AC5FB7}" destId="{0E0920FA-05E4-4AAC-80E0-41C1D8BD9A94}" srcOrd="1" destOrd="0" presId="urn:microsoft.com/office/officeart/2018/5/layout/CenteredIconLabelDescriptionList"/>
    <dgm:cxn modelId="{7C302C1C-B55C-804A-A940-6DD074FCA16A}" type="presParOf" srcId="{BD322099-8553-4AC4-84BD-114713AC5FB7}" destId="{3829D344-8317-4A5F-92C2-46DABC5CDCAD}" srcOrd="2" destOrd="0" presId="urn:microsoft.com/office/officeart/2018/5/layout/CenteredIconLabelDescriptionList"/>
    <dgm:cxn modelId="{1C90F1BA-6CE2-3640-ACC2-65D7D6A1FD1D}" type="presParOf" srcId="{BD322099-8553-4AC4-84BD-114713AC5FB7}" destId="{0921A9C4-AF9A-49A6-8106-3FC89B1C5C6C}" srcOrd="3" destOrd="0" presId="urn:microsoft.com/office/officeart/2018/5/layout/CenteredIconLabelDescriptionList"/>
    <dgm:cxn modelId="{50261CB1-DFF1-1042-B0A0-BCC1C3E48E3B}" type="presParOf" srcId="{BD322099-8553-4AC4-84BD-114713AC5FB7}" destId="{F1365718-D177-4D28-8245-619320D3298F}" srcOrd="4" destOrd="0" presId="urn:microsoft.com/office/officeart/2018/5/layout/CenteredIconLabelDescriptionList"/>
    <dgm:cxn modelId="{E7BA01B7-A066-2847-924D-3A4D08C6EA2C}" type="presParOf" srcId="{86D30131-D51E-41EA-AD83-E5F5170E97B5}" destId="{2E3B2F35-FC0D-427C-A7F6-A7D2C8AB9C03}" srcOrd="1" destOrd="0" presId="urn:microsoft.com/office/officeart/2018/5/layout/CenteredIconLabelDescriptionList"/>
    <dgm:cxn modelId="{7D52F2ED-E462-0C40-A9DF-877E5F450455}" type="presParOf" srcId="{86D30131-D51E-41EA-AD83-E5F5170E97B5}" destId="{069DDEF1-915A-4EDC-B6D8-6799AD300E9B}" srcOrd="2" destOrd="0" presId="urn:microsoft.com/office/officeart/2018/5/layout/CenteredIconLabelDescriptionList"/>
    <dgm:cxn modelId="{025E2BA8-C463-194C-BFC4-D1BF6F23CC6F}" type="presParOf" srcId="{069DDEF1-915A-4EDC-B6D8-6799AD300E9B}" destId="{C01E433C-34CD-4CE2-9C5D-B3A6A30BEF6E}" srcOrd="0" destOrd="0" presId="urn:microsoft.com/office/officeart/2018/5/layout/CenteredIconLabelDescriptionList"/>
    <dgm:cxn modelId="{E3B74F00-104E-264E-85DA-C7503299357E}" type="presParOf" srcId="{069DDEF1-915A-4EDC-B6D8-6799AD300E9B}" destId="{DDA764FD-9A76-4A26-82B3-4140D4D94521}" srcOrd="1" destOrd="0" presId="urn:microsoft.com/office/officeart/2018/5/layout/CenteredIconLabelDescriptionList"/>
    <dgm:cxn modelId="{3A1F3029-CDC5-FA4B-A6CE-6074C4727C2B}" type="presParOf" srcId="{069DDEF1-915A-4EDC-B6D8-6799AD300E9B}" destId="{08CB34B8-F2C1-427C-8327-E258545FB648}" srcOrd="2" destOrd="0" presId="urn:microsoft.com/office/officeart/2018/5/layout/CenteredIconLabelDescriptionList"/>
    <dgm:cxn modelId="{6E52CAF1-FE1B-7A43-BFE3-F64D523982D9}" type="presParOf" srcId="{069DDEF1-915A-4EDC-B6D8-6799AD300E9B}" destId="{E8860D5A-9DDE-49DE-85AE-72A35361456C}" srcOrd="3" destOrd="0" presId="urn:microsoft.com/office/officeart/2018/5/layout/CenteredIconLabelDescriptionList"/>
    <dgm:cxn modelId="{0B7AF687-6F75-DD42-AE18-8EEA9949F616}" type="presParOf" srcId="{069DDEF1-915A-4EDC-B6D8-6799AD300E9B}" destId="{4F904CCC-950A-4234-AA0A-45C20A21C984}" srcOrd="4" destOrd="0" presId="urn:microsoft.com/office/officeart/2018/5/layout/CenteredIconLabelDescriptionList"/>
    <dgm:cxn modelId="{A6CDAB1D-BBB5-D647-B2B2-F9ADF4B457F3}" type="presParOf" srcId="{86D30131-D51E-41EA-AD83-E5F5170E97B5}" destId="{E604C589-8D1E-4F84-85AC-2A8783ADEACA}" srcOrd="3" destOrd="0" presId="urn:microsoft.com/office/officeart/2018/5/layout/CenteredIconLabelDescriptionList"/>
    <dgm:cxn modelId="{0BDD9DEF-1BA0-0846-A6FA-8B4D71BF3DAB}" type="presParOf" srcId="{86D30131-D51E-41EA-AD83-E5F5170E97B5}" destId="{949390E5-91E6-4173-873C-D8274F26629F}" srcOrd="4" destOrd="0" presId="urn:microsoft.com/office/officeart/2018/5/layout/CenteredIconLabelDescriptionList"/>
    <dgm:cxn modelId="{7F0740D4-E628-1B43-B3A6-97C133A3319C}" type="presParOf" srcId="{949390E5-91E6-4173-873C-D8274F26629F}" destId="{DC35B7DC-C1A0-4A61-A81F-03A3D277894E}" srcOrd="0" destOrd="0" presId="urn:microsoft.com/office/officeart/2018/5/layout/CenteredIconLabelDescriptionList"/>
    <dgm:cxn modelId="{2062251F-6E14-D443-8839-4FAA847FE025}" type="presParOf" srcId="{949390E5-91E6-4173-873C-D8274F26629F}" destId="{9EB7571C-B4F4-4D3E-AAEA-1F04174B463C}" srcOrd="1" destOrd="0" presId="urn:microsoft.com/office/officeart/2018/5/layout/CenteredIconLabelDescriptionList"/>
    <dgm:cxn modelId="{17191750-724C-AD4C-BA70-1240595F9984}" type="presParOf" srcId="{949390E5-91E6-4173-873C-D8274F26629F}" destId="{A672D7D4-EB7D-4BE7-A8D1-D54BB0ADED2A}" srcOrd="2" destOrd="0" presId="urn:microsoft.com/office/officeart/2018/5/layout/CenteredIconLabelDescriptionList"/>
    <dgm:cxn modelId="{384347A2-236B-544B-AA27-17266F7D394F}" type="presParOf" srcId="{949390E5-91E6-4173-873C-D8274F26629F}" destId="{A7502642-F144-429A-A1C0-F06017A5671E}" srcOrd="3" destOrd="0" presId="urn:microsoft.com/office/officeart/2018/5/layout/CenteredIconLabelDescriptionList"/>
    <dgm:cxn modelId="{4DA7DEC2-C895-E84A-B1A1-1F61063F4475}" type="presParOf" srcId="{949390E5-91E6-4173-873C-D8274F26629F}" destId="{8EDC40B7-4DB9-4F65-9BBB-F31A76AEBAE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E3D480-D9AC-41D9-BFCC-29A2CA2CBB7F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E884DFD-7DAA-4F51-B762-164E88847537}">
      <dgm:prSet/>
      <dgm:spPr/>
      <dgm:t>
        <a:bodyPr/>
        <a:lstStyle/>
        <a:p>
          <a:r>
            <a:rPr lang="en-US"/>
            <a:t>The New Madrid Seismic Zone is in similar motion to the rest of the plate</a:t>
          </a:r>
        </a:p>
      </dgm:t>
    </dgm:pt>
    <dgm:pt modelId="{08B5E929-A3AD-41FD-B106-30577E35BEA0}" type="parTrans" cxnId="{A415CF1F-623F-4F1B-98E0-987AF4CC0646}">
      <dgm:prSet/>
      <dgm:spPr/>
      <dgm:t>
        <a:bodyPr/>
        <a:lstStyle/>
        <a:p>
          <a:endParaRPr lang="en-US"/>
        </a:p>
      </dgm:t>
    </dgm:pt>
    <dgm:pt modelId="{F4A34395-6A9C-4AB4-A58A-68BC28B0381B}" type="sibTrans" cxnId="{A415CF1F-623F-4F1B-98E0-987AF4CC0646}">
      <dgm:prSet/>
      <dgm:spPr/>
      <dgm:t>
        <a:bodyPr/>
        <a:lstStyle/>
        <a:p>
          <a:endParaRPr lang="en-US"/>
        </a:p>
      </dgm:t>
    </dgm:pt>
    <dgm:pt modelId="{073DAFB3-8C06-4B6C-B5B3-B44056110B44}">
      <dgm:prSet/>
      <dgm:spPr/>
      <dgm:t>
        <a:bodyPr/>
        <a:lstStyle/>
        <a:p>
          <a:r>
            <a:rPr lang="en-US"/>
            <a:t>No major signs of deviations when comparing stations inside/outside the zone</a:t>
          </a:r>
        </a:p>
      </dgm:t>
    </dgm:pt>
    <dgm:pt modelId="{7375B934-39B9-458D-A1C3-613D15464AFE}" type="parTrans" cxnId="{04145296-C875-42E8-BDDE-A5C4920D2DD6}">
      <dgm:prSet/>
      <dgm:spPr/>
      <dgm:t>
        <a:bodyPr/>
        <a:lstStyle/>
        <a:p>
          <a:endParaRPr lang="en-US"/>
        </a:p>
      </dgm:t>
    </dgm:pt>
    <dgm:pt modelId="{EBAD1839-22F0-4C82-B867-4BE35CD6BE5E}" type="sibTrans" cxnId="{04145296-C875-42E8-BDDE-A5C4920D2DD6}">
      <dgm:prSet/>
      <dgm:spPr/>
      <dgm:t>
        <a:bodyPr/>
        <a:lstStyle/>
        <a:p>
          <a:endParaRPr lang="en-US"/>
        </a:p>
      </dgm:t>
    </dgm:pt>
    <dgm:pt modelId="{49ADD761-2A40-4292-9D15-9EF963EE4EC6}">
      <dgm:prSet/>
      <dgm:spPr/>
      <dgm:t>
        <a:bodyPr/>
        <a:lstStyle/>
        <a:p>
          <a:r>
            <a:rPr lang="en-US" dirty="0"/>
            <a:t>You might be able to track and predict earthquake but we just don’t have data from a major earthquake in the zone to see if anything changes before or after.</a:t>
          </a:r>
        </a:p>
      </dgm:t>
    </dgm:pt>
    <dgm:pt modelId="{0E3E273E-6B1A-42B0-BA1B-D7E7DE14303A}" type="parTrans" cxnId="{B90E1ACF-E16D-45E7-96CC-7C94127FE321}">
      <dgm:prSet/>
      <dgm:spPr/>
      <dgm:t>
        <a:bodyPr/>
        <a:lstStyle/>
        <a:p>
          <a:endParaRPr lang="en-US"/>
        </a:p>
      </dgm:t>
    </dgm:pt>
    <dgm:pt modelId="{30B0BEE1-D9E4-4535-8A4A-0C1B2F3DE1C9}" type="sibTrans" cxnId="{B90E1ACF-E16D-45E7-96CC-7C94127FE321}">
      <dgm:prSet/>
      <dgm:spPr/>
      <dgm:t>
        <a:bodyPr/>
        <a:lstStyle/>
        <a:p>
          <a:endParaRPr lang="en-US"/>
        </a:p>
      </dgm:t>
    </dgm:pt>
    <dgm:pt modelId="{7B961440-2FC9-433F-845D-128EA265528F}">
      <dgm:prSet/>
      <dgm:spPr/>
      <dgm:t>
        <a:bodyPr/>
        <a:lstStyle/>
        <a:p>
          <a:r>
            <a:rPr lang="en-US"/>
            <a:t>Last strong Seismic event was in 1895 with a estimated magnitude of 6.7</a:t>
          </a:r>
        </a:p>
      </dgm:t>
    </dgm:pt>
    <dgm:pt modelId="{18A3AA04-7B94-4DBF-BA9E-5C8D6C168D9A}" type="parTrans" cxnId="{8278550D-17AD-4A21-901B-3384AE90DC59}">
      <dgm:prSet/>
      <dgm:spPr/>
      <dgm:t>
        <a:bodyPr/>
        <a:lstStyle/>
        <a:p>
          <a:endParaRPr lang="en-US"/>
        </a:p>
      </dgm:t>
    </dgm:pt>
    <dgm:pt modelId="{B9059EA9-492A-4E56-8937-82692585971A}" type="sibTrans" cxnId="{8278550D-17AD-4A21-901B-3384AE90DC59}">
      <dgm:prSet/>
      <dgm:spPr/>
      <dgm:t>
        <a:bodyPr/>
        <a:lstStyle/>
        <a:p>
          <a:endParaRPr lang="en-US"/>
        </a:p>
      </dgm:t>
    </dgm:pt>
    <dgm:pt modelId="{A9594E6C-19F2-400A-9BF1-4FBA75AA2C16}">
      <dgm:prSet/>
      <dgm:spPr/>
      <dgm:t>
        <a:bodyPr/>
        <a:lstStyle/>
        <a:p>
          <a:r>
            <a:rPr lang="en-US"/>
            <a:t>The reason for earthquakes here are assumed to be built up pressure from the entire plate movement	</a:t>
          </a:r>
        </a:p>
      </dgm:t>
    </dgm:pt>
    <dgm:pt modelId="{BC823B84-4038-425F-86B8-8CA034E5515A}" type="parTrans" cxnId="{F2092CE5-49EC-4739-8A76-CC34FF04EA13}">
      <dgm:prSet/>
      <dgm:spPr/>
      <dgm:t>
        <a:bodyPr/>
        <a:lstStyle/>
        <a:p>
          <a:endParaRPr lang="en-US"/>
        </a:p>
      </dgm:t>
    </dgm:pt>
    <dgm:pt modelId="{99B1103E-29C2-4330-9078-176F08894B77}" type="sibTrans" cxnId="{F2092CE5-49EC-4739-8A76-CC34FF04EA13}">
      <dgm:prSet/>
      <dgm:spPr/>
      <dgm:t>
        <a:bodyPr/>
        <a:lstStyle/>
        <a:p>
          <a:endParaRPr lang="en-US"/>
        </a:p>
      </dgm:t>
    </dgm:pt>
    <dgm:pt modelId="{AC43B373-682D-4427-BE91-D1A0BD80902A}">
      <dgm:prSet/>
      <dgm:spPr/>
      <dgm:t>
        <a:bodyPr/>
        <a:lstStyle/>
        <a:p>
          <a:r>
            <a:rPr lang="en-US"/>
            <a:t>They are noticed here more often from the crust being thinner here</a:t>
          </a:r>
        </a:p>
      </dgm:t>
    </dgm:pt>
    <dgm:pt modelId="{5565B445-65F1-43EF-B137-06D12A7074EB}" type="parTrans" cxnId="{3AAB49FA-E3B9-4FB1-8A42-EC4B910E0668}">
      <dgm:prSet/>
      <dgm:spPr/>
      <dgm:t>
        <a:bodyPr/>
        <a:lstStyle/>
        <a:p>
          <a:endParaRPr lang="en-US"/>
        </a:p>
      </dgm:t>
    </dgm:pt>
    <dgm:pt modelId="{EC932844-2E07-478C-9629-DF62F3D4D0F1}" type="sibTrans" cxnId="{3AAB49FA-E3B9-4FB1-8A42-EC4B910E0668}">
      <dgm:prSet/>
      <dgm:spPr/>
      <dgm:t>
        <a:bodyPr/>
        <a:lstStyle/>
        <a:p>
          <a:endParaRPr lang="en-US"/>
        </a:p>
      </dgm:t>
    </dgm:pt>
    <dgm:pt modelId="{74D37764-0918-3744-876C-59656170FCE2}" type="pres">
      <dgm:prSet presAssocID="{AAE3D480-D9AC-41D9-BFCC-29A2CA2CBB7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9CECD1-8ABC-E943-B755-BD5CD90A69E6}" type="pres">
      <dgm:prSet presAssocID="{0E884DFD-7DAA-4F51-B762-164E88847537}" presName="root" presStyleCnt="0"/>
      <dgm:spPr/>
    </dgm:pt>
    <dgm:pt modelId="{9A21FADF-4522-4344-A8C4-C5D544875C69}" type="pres">
      <dgm:prSet presAssocID="{0E884DFD-7DAA-4F51-B762-164E88847537}" presName="rootComposite" presStyleCnt="0"/>
      <dgm:spPr/>
    </dgm:pt>
    <dgm:pt modelId="{0D430F7B-81E7-F047-B8CD-244728D792BF}" type="pres">
      <dgm:prSet presAssocID="{0E884DFD-7DAA-4F51-B762-164E88847537}" presName="rootText" presStyleLbl="node1" presStyleIdx="0" presStyleCnt="3"/>
      <dgm:spPr/>
    </dgm:pt>
    <dgm:pt modelId="{2BD75ED2-BBB8-1B41-A5B0-04F09091AA5C}" type="pres">
      <dgm:prSet presAssocID="{0E884DFD-7DAA-4F51-B762-164E88847537}" presName="rootConnector" presStyleLbl="node1" presStyleIdx="0" presStyleCnt="3"/>
      <dgm:spPr/>
    </dgm:pt>
    <dgm:pt modelId="{07C9D79B-DA93-9E45-B61D-5559FABDC8E7}" type="pres">
      <dgm:prSet presAssocID="{0E884DFD-7DAA-4F51-B762-164E88847537}" presName="childShape" presStyleCnt="0"/>
      <dgm:spPr/>
    </dgm:pt>
    <dgm:pt modelId="{3A19B190-A5F1-534E-8C44-26364EA424F7}" type="pres">
      <dgm:prSet presAssocID="{7375B934-39B9-458D-A1C3-613D15464AFE}" presName="Name13" presStyleLbl="parChTrans1D2" presStyleIdx="0" presStyleCnt="3"/>
      <dgm:spPr/>
    </dgm:pt>
    <dgm:pt modelId="{5AA2E61B-E544-DB4C-98D7-6503E7F33244}" type="pres">
      <dgm:prSet presAssocID="{073DAFB3-8C06-4B6C-B5B3-B44056110B44}" presName="childText" presStyleLbl="bgAcc1" presStyleIdx="0" presStyleCnt="3">
        <dgm:presLayoutVars>
          <dgm:bulletEnabled val="1"/>
        </dgm:presLayoutVars>
      </dgm:prSet>
      <dgm:spPr/>
    </dgm:pt>
    <dgm:pt modelId="{BCC3D726-AB3B-074E-8363-0C280DFFE532}" type="pres">
      <dgm:prSet presAssocID="{49ADD761-2A40-4292-9D15-9EF963EE4EC6}" presName="root" presStyleCnt="0"/>
      <dgm:spPr/>
    </dgm:pt>
    <dgm:pt modelId="{3CFEA9F3-E328-B049-BEE9-8AD012E344FC}" type="pres">
      <dgm:prSet presAssocID="{49ADD761-2A40-4292-9D15-9EF963EE4EC6}" presName="rootComposite" presStyleCnt="0"/>
      <dgm:spPr/>
    </dgm:pt>
    <dgm:pt modelId="{641190B8-5ACC-034F-B281-548C9E250ED2}" type="pres">
      <dgm:prSet presAssocID="{49ADD761-2A40-4292-9D15-9EF963EE4EC6}" presName="rootText" presStyleLbl="node1" presStyleIdx="1" presStyleCnt="3"/>
      <dgm:spPr/>
    </dgm:pt>
    <dgm:pt modelId="{6CCB4FE3-DC85-1848-8DF9-8E3231E50352}" type="pres">
      <dgm:prSet presAssocID="{49ADD761-2A40-4292-9D15-9EF963EE4EC6}" presName="rootConnector" presStyleLbl="node1" presStyleIdx="1" presStyleCnt="3"/>
      <dgm:spPr/>
    </dgm:pt>
    <dgm:pt modelId="{DB44D14D-E6B1-634F-9765-68BFCAB20927}" type="pres">
      <dgm:prSet presAssocID="{49ADD761-2A40-4292-9D15-9EF963EE4EC6}" presName="childShape" presStyleCnt="0"/>
      <dgm:spPr/>
    </dgm:pt>
    <dgm:pt modelId="{466F200C-C6EC-8A4A-873F-FD7BB0B7BEF2}" type="pres">
      <dgm:prSet presAssocID="{18A3AA04-7B94-4DBF-BA9E-5C8D6C168D9A}" presName="Name13" presStyleLbl="parChTrans1D2" presStyleIdx="1" presStyleCnt="3"/>
      <dgm:spPr/>
    </dgm:pt>
    <dgm:pt modelId="{D755112B-A359-634F-9600-19E462A86E16}" type="pres">
      <dgm:prSet presAssocID="{7B961440-2FC9-433F-845D-128EA265528F}" presName="childText" presStyleLbl="bgAcc1" presStyleIdx="1" presStyleCnt="3">
        <dgm:presLayoutVars>
          <dgm:bulletEnabled val="1"/>
        </dgm:presLayoutVars>
      </dgm:prSet>
      <dgm:spPr/>
    </dgm:pt>
    <dgm:pt modelId="{5348895E-CA23-0747-B76D-10D4E4CC1F24}" type="pres">
      <dgm:prSet presAssocID="{A9594E6C-19F2-400A-9BF1-4FBA75AA2C16}" presName="root" presStyleCnt="0"/>
      <dgm:spPr/>
    </dgm:pt>
    <dgm:pt modelId="{76F3A148-694C-BA46-9E6F-9FF8EE387D35}" type="pres">
      <dgm:prSet presAssocID="{A9594E6C-19F2-400A-9BF1-4FBA75AA2C16}" presName="rootComposite" presStyleCnt="0"/>
      <dgm:spPr/>
    </dgm:pt>
    <dgm:pt modelId="{B9DD3E7E-90FF-A545-B44E-B5C9379377D3}" type="pres">
      <dgm:prSet presAssocID="{A9594E6C-19F2-400A-9BF1-4FBA75AA2C16}" presName="rootText" presStyleLbl="node1" presStyleIdx="2" presStyleCnt="3"/>
      <dgm:spPr/>
    </dgm:pt>
    <dgm:pt modelId="{94ED4B38-BB21-D24F-9D65-C041799BD6E0}" type="pres">
      <dgm:prSet presAssocID="{A9594E6C-19F2-400A-9BF1-4FBA75AA2C16}" presName="rootConnector" presStyleLbl="node1" presStyleIdx="2" presStyleCnt="3"/>
      <dgm:spPr/>
    </dgm:pt>
    <dgm:pt modelId="{5B43EE9B-5C8A-094F-A491-7944E139F099}" type="pres">
      <dgm:prSet presAssocID="{A9594E6C-19F2-400A-9BF1-4FBA75AA2C16}" presName="childShape" presStyleCnt="0"/>
      <dgm:spPr/>
    </dgm:pt>
    <dgm:pt modelId="{7988144A-CA91-2145-BD6C-9AA8796FA952}" type="pres">
      <dgm:prSet presAssocID="{5565B445-65F1-43EF-B137-06D12A7074EB}" presName="Name13" presStyleLbl="parChTrans1D2" presStyleIdx="2" presStyleCnt="3"/>
      <dgm:spPr/>
    </dgm:pt>
    <dgm:pt modelId="{38628A59-9147-EC4A-A540-24A5616DE0C9}" type="pres">
      <dgm:prSet presAssocID="{AC43B373-682D-4427-BE91-D1A0BD80902A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8278550D-17AD-4A21-901B-3384AE90DC59}" srcId="{49ADD761-2A40-4292-9D15-9EF963EE4EC6}" destId="{7B961440-2FC9-433F-845D-128EA265528F}" srcOrd="0" destOrd="0" parTransId="{18A3AA04-7B94-4DBF-BA9E-5C8D6C168D9A}" sibTransId="{B9059EA9-492A-4E56-8937-82692585971A}"/>
    <dgm:cxn modelId="{A415CF1F-623F-4F1B-98E0-987AF4CC0646}" srcId="{AAE3D480-D9AC-41D9-BFCC-29A2CA2CBB7F}" destId="{0E884DFD-7DAA-4F51-B762-164E88847537}" srcOrd="0" destOrd="0" parTransId="{08B5E929-A3AD-41FD-B106-30577E35BEA0}" sibTransId="{F4A34395-6A9C-4AB4-A58A-68BC28B0381B}"/>
    <dgm:cxn modelId="{F7CF6224-C924-5E45-B504-A5A73F5C6F08}" type="presOf" srcId="{A9594E6C-19F2-400A-9BF1-4FBA75AA2C16}" destId="{94ED4B38-BB21-D24F-9D65-C041799BD6E0}" srcOrd="1" destOrd="0" presId="urn:microsoft.com/office/officeart/2005/8/layout/hierarchy3"/>
    <dgm:cxn modelId="{49FEEE43-98CA-1C47-A80C-20930BA18E61}" type="presOf" srcId="{AC43B373-682D-4427-BE91-D1A0BD80902A}" destId="{38628A59-9147-EC4A-A540-24A5616DE0C9}" srcOrd="0" destOrd="0" presId="urn:microsoft.com/office/officeart/2005/8/layout/hierarchy3"/>
    <dgm:cxn modelId="{195C7563-265E-A748-A90B-187E46CCCB05}" type="presOf" srcId="{49ADD761-2A40-4292-9D15-9EF963EE4EC6}" destId="{641190B8-5ACC-034F-B281-548C9E250ED2}" srcOrd="0" destOrd="0" presId="urn:microsoft.com/office/officeart/2005/8/layout/hierarchy3"/>
    <dgm:cxn modelId="{4D45E863-BA39-4740-99BC-1E0428270335}" type="presOf" srcId="{7B961440-2FC9-433F-845D-128EA265528F}" destId="{D755112B-A359-634F-9600-19E462A86E16}" srcOrd="0" destOrd="0" presId="urn:microsoft.com/office/officeart/2005/8/layout/hierarchy3"/>
    <dgm:cxn modelId="{88093773-9B04-5A4A-AC26-D80EF262E19C}" type="presOf" srcId="{49ADD761-2A40-4292-9D15-9EF963EE4EC6}" destId="{6CCB4FE3-DC85-1848-8DF9-8E3231E50352}" srcOrd="1" destOrd="0" presId="urn:microsoft.com/office/officeart/2005/8/layout/hierarchy3"/>
    <dgm:cxn modelId="{5E8FEE8B-DAC1-1646-9382-40C9D40C1D7D}" type="presOf" srcId="{AAE3D480-D9AC-41D9-BFCC-29A2CA2CBB7F}" destId="{74D37764-0918-3744-876C-59656170FCE2}" srcOrd="0" destOrd="0" presId="urn:microsoft.com/office/officeart/2005/8/layout/hierarchy3"/>
    <dgm:cxn modelId="{89002F91-6907-1841-B7B2-227EF6484AA8}" type="presOf" srcId="{7375B934-39B9-458D-A1C3-613D15464AFE}" destId="{3A19B190-A5F1-534E-8C44-26364EA424F7}" srcOrd="0" destOrd="0" presId="urn:microsoft.com/office/officeart/2005/8/layout/hierarchy3"/>
    <dgm:cxn modelId="{04145296-C875-42E8-BDDE-A5C4920D2DD6}" srcId="{0E884DFD-7DAA-4F51-B762-164E88847537}" destId="{073DAFB3-8C06-4B6C-B5B3-B44056110B44}" srcOrd="0" destOrd="0" parTransId="{7375B934-39B9-458D-A1C3-613D15464AFE}" sibTransId="{EBAD1839-22F0-4C82-B867-4BE35CD6BE5E}"/>
    <dgm:cxn modelId="{B86272B3-9B16-5448-889F-2C70347DF866}" type="presOf" srcId="{0E884DFD-7DAA-4F51-B762-164E88847537}" destId="{2BD75ED2-BBB8-1B41-A5B0-04F09091AA5C}" srcOrd="1" destOrd="0" presId="urn:microsoft.com/office/officeart/2005/8/layout/hierarchy3"/>
    <dgm:cxn modelId="{1F5881B6-05B1-EF4D-8174-8598DA64F4E4}" type="presOf" srcId="{5565B445-65F1-43EF-B137-06D12A7074EB}" destId="{7988144A-CA91-2145-BD6C-9AA8796FA952}" srcOrd="0" destOrd="0" presId="urn:microsoft.com/office/officeart/2005/8/layout/hierarchy3"/>
    <dgm:cxn modelId="{DE6073B9-AF41-CA4F-AA0A-08EE5E3277A8}" type="presOf" srcId="{0E884DFD-7DAA-4F51-B762-164E88847537}" destId="{0D430F7B-81E7-F047-B8CD-244728D792BF}" srcOrd="0" destOrd="0" presId="urn:microsoft.com/office/officeart/2005/8/layout/hierarchy3"/>
    <dgm:cxn modelId="{4AB8BEBD-60F8-6449-9094-E7D92E31B234}" type="presOf" srcId="{073DAFB3-8C06-4B6C-B5B3-B44056110B44}" destId="{5AA2E61B-E544-DB4C-98D7-6503E7F33244}" srcOrd="0" destOrd="0" presId="urn:microsoft.com/office/officeart/2005/8/layout/hierarchy3"/>
    <dgm:cxn modelId="{B90E1ACF-E16D-45E7-96CC-7C94127FE321}" srcId="{AAE3D480-D9AC-41D9-BFCC-29A2CA2CBB7F}" destId="{49ADD761-2A40-4292-9D15-9EF963EE4EC6}" srcOrd="1" destOrd="0" parTransId="{0E3E273E-6B1A-42B0-BA1B-D7E7DE14303A}" sibTransId="{30B0BEE1-D9E4-4535-8A4A-0C1B2F3DE1C9}"/>
    <dgm:cxn modelId="{9A2797D9-AF23-2448-969C-10DB0694A5A5}" type="presOf" srcId="{A9594E6C-19F2-400A-9BF1-4FBA75AA2C16}" destId="{B9DD3E7E-90FF-A545-B44E-B5C9379377D3}" srcOrd="0" destOrd="0" presId="urn:microsoft.com/office/officeart/2005/8/layout/hierarchy3"/>
    <dgm:cxn modelId="{F2092CE5-49EC-4739-8A76-CC34FF04EA13}" srcId="{AAE3D480-D9AC-41D9-BFCC-29A2CA2CBB7F}" destId="{A9594E6C-19F2-400A-9BF1-4FBA75AA2C16}" srcOrd="2" destOrd="0" parTransId="{BC823B84-4038-425F-86B8-8CA034E5515A}" sibTransId="{99B1103E-29C2-4330-9078-176F08894B77}"/>
    <dgm:cxn modelId="{7E6DB7F8-6A2A-4948-83E4-2B0C760CD8C4}" type="presOf" srcId="{18A3AA04-7B94-4DBF-BA9E-5C8D6C168D9A}" destId="{466F200C-C6EC-8A4A-873F-FD7BB0B7BEF2}" srcOrd="0" destOrd="0" presId="urn:microsoft.com/office/officeart/2005/8/layout/hierarchy3"/>
    <dgm:cxn modelId="{3AAB49FA-E3B9-4FB1-8A42-EC4B910E0668}" srcId="{A9594E6C-19F2-400A-9BF1-4FBA75AA2C16}" destId="{AC43B373-682D-4427-BE91-D1A0BD80902A}" srcOrd="0" destOrd="0" parTransId="{5565B445-65F1-43EF-B137-06D12A7074EB}" sibTransId="{EC932844-2E07-478C-9629-DF62F3D4D0F1}"/>
    <dgm:cxn modelId="{C7336991-6861-814A-9CB7-45B454881519}" type="presParOf" srcId="{74D37764-0918-3744-876C-59656170FCE2}" destId="{7E9CECD1-8ABC-E943-B755-BD5CD90A69E6}" srcOrd="0" destOrd="0" presId="urn:microsoft.com/office/officeart/2005/8/layout/hierarchy3"/>
    <dgm:cxn modelId="{E1D90C62-FDEC-A447-BEE7-117AFC661B43}" type="presParOf" srcId="{7E9CECD1-8ABC-E943-B755-BD5CD90A69E6}" destId="{9A21FADF-4522-4344-A8C4-C5D544875C69}" srcOrd="0" destOrd="0" presId="urn:microsoft.com/office/officeart/2005/8/layout/hierarchy3"/>
    <dgm:cxn modelId="{A2663B66-1A2C-6E48-A4BA-44B3A15F6E8A}" type="presParOf" srcId="{9A21FADF-4522-4344-A8C4-C5D544875C69}" destId="{0D430F7B-81E7-F047-B8CD-244728D792BF}" srcOrd="0" destOrd="0" presId="urn:microsoft.com/office/officeart/2005/8/layout/hierarchy3"/>
    <dgm:cxn modelId="{5D89E073-0E34-E243-9D6B-04043430EA04}" type="presParOf" srcId="{9A21FADF-4522-4344-A8C4-C5D544875C69}" destId="{2BD75ED2-BBB8-1B41-A5B0-04F09091AA5C}" srcOrd="1" destOrd="0" presId="urn:microsoft.com/office/officeart/2005/8/layout/hierarchy3"/>
    <dgm:cxn modelId="{9905FAB2-1E69-C946-91E3-DB45150CBF7F}" type="presParOf" srcId="{7E9CECD1-8ABC-E943-B755-BD5CD90A69E6}" destId="{07C9D79B-DA93-9E45-B61D-5559FABDC8E7}" srcOrd="1" destOrd="0" presId="urn:microsoft.com/office/officeart/2005/8/layout/hierarchy3"/>
    <dgm:cxn modelId="{A147513C-889D-644D-9B7D-413B7B9839CE}" type="presParOf" srcId="{07C9D79B-DA93-9E45-B61D-5559FABDC8E7}" destId="{3A19B190-A5F1-534E-8C44-26364EA424F7}" srcOrd="0" destOrd="0" presId="urn:microsoft.com/office/officeart/2005/8/layout/hierarchy3"/>
    <dgm:cxn modelId="{AD4730FC-4B72-4B40-AE93-083C083DDADD}" type="presParOf" srcId="{07C9D79B-DA93-9E45-B61D-5559FABDC8E7}" destId="{5AA2E61B-E544-DB4C-98D7-6503E7F33244}" srcOrd="1" destOrd="0" presId="urn:microsoft.com/office/officeart/2005/8/layout/hierarchy3"/>
    <dgm:cxn modelId="{8A74C2A0-B5F8-6848-A6C5-5E26ABD8BE0A}" type="presParOf" srcId="{74D37764-0918-3744-876C-59656170FCE2}" destId="{BCC3D726-AB3B-074E-8363-0C280DFFE532}" srcOrd="1" destOrd="0" presId="urn:microsoft.com/office/officeart/2005/8/layout/hierarchy3"/>
    <dgm:cxn modelId="{ADDE53BF-0F08-1F45-A6C4-06007DC385C7}" type="presParOf" srcId="{BCC3D726-AB3B-074E-8363-0C280DFFE532}" destId="{3CFEA9F3-E328-B049-BEE9-8AD012E344FC}" srcOrd="0" destOrd="0" presId="urn:microsoft.com/office/officeart/2005/8/layout/hierarchy3"/>
    <dgm:cxn modelId="{3C7F6F91-CFF2-EA49-9DD9-C96C21F1FF62}" type="presParOf" srcId="{3CFEA9F3-E328-B049-BEE9-8AD012E344FC}" destId="{641190B8-5ACC-034F-B281-548C9E250ED2}" srcOrd="0" destOrd="0" presId="urn:microsoft.com/office/officeart/2005/8/layout/hierarchy3"/>
    <dgm:cxn modelId="{AD70EC46-50B3-BC4D-B5EA-4DAFEC4B29AE}" type="presParOf" srcId="{3CFEA9F3-E328-B049-BEE9-8AD012E344FC}" destId="{6CCB4FE3-DC85-1848-8DF9-8E3231E50352}" srcOrd="1" destOrd="0" presId="urn:microsoft.com/office/officeart/2005/8/layout/hierarchy3"/>
    <dgm:cxn modelId="{6A3C18BB-AC75-3E42-B7E7-E57D6E71431F}" type="presParOf" srcId="{BCC3D726-AB3B-074E-8363-0C280DFFE532}" destId="{DB44D14D-E6B1-634F-9765-68BFCAB20927}" srcOrd="1" destOrd="0" presId="urn:microsoft.com/office/officeart/2005/8/layout/hierarchy3"/>
    <dgm:cxn modelId="{82E528C8-4BFD-D440-A621-B5F15C670C93}" type="presParOf" srcId="{DB44D14D-E6B1-634F-9765-68BFCAB20927}" destId="{466F200C-C6EC-8A4A-873F-FD7BB0B7BEF2}" srcOrd="0" destOrd="0" presId="urn:microsoft.com/office/officeart/2005/8/layout/hierarchy3"/>
    <dgm:cxn modelId="{0511608B-2DF2-CC4D-8B77-BF866155522B}" type="presParOf" srcId="{DB44D14D-E6B1-634F-9765-68BFCAB20927}" destId="{D755112B-A359-634F-9600-19E462A86E16}" srcOrd="1" destOrd="0" presId="urn:microsoft.com/office/officeart/2005/8/layout/hierarchy3"/>
    <dgm:cxn modelId="{1659B76B-5982-8D41-A98B-A880AD16E228}" type="presParOf" srcId="{74D37764-0918-3744-876C-59656170FCE2}" destId="{5348895E-CA23-0747-B76D-10D4E4CC1F24}" srcOrd="2" destOrd="0" presId="urn:microsoft.com/office/officeart/2005/8/layout/hierarchy3"/>
    <dgm:cxn modelId="{C46027A7-F6A6-5F4A-87AA-FF7058960BAF}" type="presParOf" srcId="{5348895E-CA23-0747-B76D-10D4E4CC1F24}" destId="{76F3A148-694C-BA46-9E6F-9FF8EE387D35}" srcOrd="0" destOrd="0" presId="urn:microsoft.com/office/officeart/2005/8/layout/hierarchy3"/>
    <dgm:cxn modelId="{CFB9EF36-AEBD-F74A-B817-E30DE8E11660}" type="presParOf" srcId="{76F3A148-694C-BA46-9E6F-9FF8EE387D35}" destId="{B9DD3E7E-90FF-A545-B44E-B5C9379377D3}" srcOrd="0" destOrd="0" presId="urn:microsoft.com/office/officeart/2005/8/layout/hierarchy3"/>
    <dgm:cxn modelId="{03B72D3D-A86D-6842-84A1-A232C3B55EE9}" type="presParOf" srcId="{76F3A148-694C-BA46-9E6F-9FF8EE387D35}" destId="{94ED4B38-BB21-D24F-9D65-C041799BD6E0}" srcOrd="1" destOrd="0" presId="urn:microsoft.com/office/officeart/2005/8/layout/hierarchy3"/>
    <dgm:cxn modelId="{F8FD1FAD-B073-E84D-871D-0D8F57FAEC72}" type="presParOf" srcId="{5348895E-CA23-0747-B76D-10D4E4CC1F24}" destId="{5B43EE9B-5C8A-094F-A491-7944E139F099}" srcOrd="1" destOrd="0" presId="urn:microsoft.com/office/officeart/2005/8/layout/hierarchy3"/>
    <dgm:cxn modelId="{0CC7CF64-3362-D54C-826A-D79B7FFC8430}" type="presParOf" srcId="{5B43EE9B-5C8A-094F-A491-7944E139F099}" destId="{7988144A-CA91-2145-BD6C-9AA8796FA952}" srcOrd="0" destOrd="0" presId="urn:microsoft.com/office/officeart/2005/8/layout/hierarchy3"/>
    <dgm:cxn modelId="{A9158A3C-F8C3-9747-9D68-9A888235C7BB}" type="presParOf" srcId="{5B43EE9B-5C8A-094F-A491-7944E139F099}" destId="{38628A59-9147-EC4A-A540-24A5616DE0C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765B8-5F51-4604-AB80-6B86D5365CF5}">
      <dsp:nvSpPr>
        <dsp:cNvPr id="0" name=""/>
        <dsp:cNvSpPr/>
      </dsp:nvSpPr>
      <dsp:spPr>
        <a:xfrm>
          <a:off x="1137540" y="620212"/>
          <a:ext cx="1218449" cy="12184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9D344-8317-4A5F-92C2-46DABC5CDCAD}">
      <dsp:nvSpPr>
        <dsp:cNvPr id="0" name=""/>
        <dsp:cNvSpPr/>
      </dsp:nvSpPr>
      <dsp:spPr>
        <a:xfrm>
          <a:off x="6122" y="2037542"/>
          <a:ext cx="3481284" cy="522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Step 1 – Data Gathering</a:t>
          </a:r>
        </a:p>
      </dsp:txBody>
      <dsp:txXfrm>
        <a:off x="6122" y="2037542"/>
        <a:ext cx="3481284" cy="522192"/>
      </dsp:txXfrm>
    </dsp:sp>
    <dsp:sp modelId="{F1365718-D177-4D28-8245-619320D3298F}">
      <dsp:nvSpPr>
        <dsp:cNvPr id="0" name=""/>
        <dsp:cNvSpPr/>
      </dsp:nvSpPr>
      <dsp:spPr>
        <a:xfrm>
          <a:off x="6122" y="2652237"/>
          <a:ext cx="3481284" cy="2593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Researched what area in considered inside the NMSZ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Found geo-stations located within the zone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Grabbed a few stations outside the zone for comparison data</a:t>
          </a:r>
        </a:p>
      </dsp:txBody>
      <dsp:txXfrm>
        <a:off x="6122" y="2652237"/>
        <a:ext cx="3481284" cy="2593103"/>
      </dsp:txXfrm>
    </dsp:sp>
    <dsp:sp modelId="{C01E433C-34CD-4CE2-9C5D-B3A6A30BEF6E}">
      <dsp:nvSpPr>
        <dsp:cNvPr id="0" name=""/>
        <dsp:cNvSpPr/>
      </dsp:nvSpPr>
      <dsp:spPr>
        <a:xfrm>
          <a:off x="5228049" y="620212"/>
          <a:ext cx="1218449" cy="12184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B34B8-F2C1-427C-8327-E258545FB648}">
      <dsp:nvSpPr>
        <dsp:cNvPr id="0" name=""/>
        <dsp:cNvSpPr/>
      </dsp:nvSpPr>
      <dsp:spPr>
        <a:xfrm>
          <a:off x="4096632" y="2037542"/>
          <a:ext cx="3481284" cy="522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Step 2 – Calculations</a:t>
          </a:r>
        </a:p>
      </dsp:txBody>
      <dsp:txXfrm>
        <a:off x="4096632" y="2037542"/>
        <a:ext cx="3481284" cy="522192"/>
      </dsp:txXfrm>
    </dsp:sp>
    <dsp:sp modelId="{4F904CCC-950A-4234-AA0A-45C20A21C984}">
      <dsp:nvSpPr>
        <dsp:cNvPr id="0" name=""/>
        <dsp:cNvSpPr/>
      </dsp:nvSpPr>
      <dsp:spPr>
        <a:xfrm>
          <a:off x="4096632" y="2652237"/>
          <a:ext cx="3481284" cy="2593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Found velocities of each station due east in mm/year base on position vs time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Used polyfit function – d(t) = v * t + d_0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Found the relative velocities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Vrel = Vobs – Voutside (rest of plate)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Found the Residuals to find the difference between my calculations and gps data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R(t) = GPSd – [v * t +d]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Strain Analysis (attempted)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 = Dv / Dl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With help of lecture and AI tried to make a model to show strain in the region</a:t>
          </a:r>
        </a:p>
      </dsp:txBody>
      <dsp:txXfrm>
        <a:off x="4096632" y="2652237"/>
        <a:ext cx="3481284" cy="2593103"/>
      </dsp:txXfrm>
    </dsp:sp>
    <dsp:sp modelId="{DC35B7DC-C1A0-4A61-A81F-03A3D277894E}">
      <dsp:nvSpPr>
        <dsp:cNvPr id="0" name=""/>
        <dsp:cNvSpPr/>
      </dsp:nvSpPr>
      <dsp:spPr>
        <a:xfrm>
          <a:off x="9318558" y="620212"/>
          <a:ext cx="1218449" cy="12184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2D7D4-EB7D-4BE7-A8D1-D54BB0ADED2A}">
      <dsp:nvSpPr>
        <dsp:cNvPr id="0" name=""/>
        <dsp:cNvSpPr/>
      </dsp:nvSpPr>
      <dsp:spPr>
        <a:xfrm>
          <a:off x="8187141" y="2037542"/>
          <a:ext cx="3481284" cy="522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Step 3 – Interpret the data and compare with outside sources</a:t>
          </a:r>
        </a:p>
      </dsp:txBody>
      <dsp:txXfrm>
        <a:off x="8187141" y="2037542"/>
        <a:ext cx="3481284" cy="522192"/>
      </dsp:txXfrm>
    </dsp:sp>
    <dsp:sp modelId="{8EDC40B7-4DB9-4F65-9BBB-F31A76AEBAEE}">
      <dsp:nvSpPr>
        <dsp:cNvPr id="0" name=""/>
        <dsp:cNvSpPr/>
      </dsp:nvSpPr>
      <dsp:spPr>
        <a:xfrm>
          <a:off x="8187141" y="2652237"/>
          <a:ext cx="3481284" cy="2593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Found 2 outside sources on the MNSZ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Csontos, R., Van Arsdale, R., Cox, R., &amp; Waldron, B. (2008). Reelfoot rift and its impact on Quaternary deformation in the central Mississippi River valley. Geosphere, 4(1), 145–158. https://doi.org/10.1130/GES00107.1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Ryan Csontos, Roy Van Arsdale; New Madrid seismic zone fault geometry. Geosphere 2008;; 4 (5): 802–813. doi: https://doi.org/10.1130/GES00141.1</a:t>
          </a:r>
        </a:p>
      </dsp:txBody>
      <dsp:txXfrm>
        <a:off x="8187141" y="2652237"/>
        <a:ext cx="3481284" cy="25931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30F7B-81E7-F047-B8CD-244728D792BF}">
      <dsp:nvSpPr>
        <dsp:cNvPr id="0" name=""/>
        <dsp:cNvSpPr/>
      </dsp:nvSpPr>
      <dsp:spPr>
        <a:xfrm>
          <a:off x="1283" y="436385"/>
          <a:ext cx="3003723" cy="1501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New Madrid Seismic Zone is in similar motion to the rest of the plate</a:t>
          </a:r>
        </a:p>
      </dsp:txBody>
      <dsp:txXfrm>
        <a:off x="45271" y="480373"/>
        <a:ext cx="2915747" cy="1413885"/>
      </dsp:txXfrm>
    </dsp:sp>
    <dsp:sp modelId="{3A19B190-A5F1-534E-8C44-26364EA424F7}">
      <dsp:nvSpPr>
        <dsp:cNvPr id="0" name=""/>
        <dsp:cNvSpPr/>
      </dsp:nvSpPr>
      <dsp:spPr>
        <a:xfrm>
          <a:off x="301656" y="1938247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A2E61B-E544-DB4C-98D7-6503E7F33244}">
      <dsp:nvSpPr>
        <dsp:cNvPr id="0" name=""/>
        <dsp:cNvSpPr/>
      </dsp:nvSpPr>
      <dsp:spPr>
        <a:xfrm>
          <a:off x="602028" y="2313712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 major signs of deviations when comparing stations inside/outside the zone</a:t>
          </a:r>
        </a:p>
      </dsp:txBody>
      <dsp:txXfrm>
        <a:off x="646016" y="2357700"/>
        <a:ext cx="2315002" cy="1413885"/>
      </dsp:txXfrm>
    </dsp:sp>
    <dsp:sp modelId="{641190B8-5ACC-034F-B281-548C9E250ED2}">
      <dsp:nvSpPr>
        <dsp:cNvPr id="0" name=""/>
        <dsp:cNvSpPr/>
      </dsp:nvSpPr>
      <dsp:spPr>
        <a:xfrm>
          <a:off x="3755938" y="436385"/>
          <a:ext cx="3003723" cy="1501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You might be able to track and predict earthquake but we just don’t have data from a major earthquake in the zone to see if anything changes before or after.</a:t>
          </a:r>
        </a:p>
      </dsp:txBody>
      <dsp:txXfrm>
        <a:off x="3799926" y="480373"/>
        <a:ext cx="2915747" cy="1413885"/>
      </dsp:txXfrm>
    </dsp:sp>
    <dsp:sp modelId="{466F200C-C6EC-8A4A-873F-FD7BB0B7BEF2}">
      <dsp:nvSpPr>
        <dsp:cNvPr id="0" name=""/>
        <dsp:cNvSpPr/>
      </dsp:nvSpPr>
      <dsp:spPr>
        <a:xfrm>
          <a:off x="4056310" y="1938247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55112B-A359-634F-9600-19E462A86E16}">
      <dsp:nvSpPr>
        <dsp:cNvPr id="0" name=""/>
        <dsp:cNvSpPr/>
      </dsp:nvSpPr>
      <dsp:spPr>
        <a:xfrm>
          <a:off x="4356682" y="2313712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Last strong Seismic event was in 1895 with a estimated magnitude of 6.7</a:t>
          </a:r>
        </a:p>
      </dsp:txBody>
      <dsp:txXfrm>
        <a:off x="4400670" y="2357700"/>
        <a:ext cx="2315002" cy="1413885"/>
      </dsp:txXfrm>
    </dsp:sp>
    <dsp:sp modelId="{B9DD3E7E-90FF-A545-B44E-B5C9379377D3}">
      <dsp:nvSpPr>
        <dsp:cNvPr id="0" name=""/>
        <dsp:cNvSpPr/>
      </dsp:nvSpPr>
      <dsp:spPr>
        <a:xfrm>
          <a:off x="7510592" y="436385"/>
          <a:ext cx="3003723" cy="1501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reason for earthquakes here are assumed to be built up pressure from the entire plate movement	</a:t>
          </a:r>
        </a:p>
      </dsp:txBody>
      <dsp:txXfrm>
        <a:off x="7554580" y="480373"/>
        <a:ext cx="2915747" cy="1413885"/>
      </dsp:txXfrm>
    </dsp:sp>
    <dsp:sp modelId="{7988144A-CA91-2145-BD6C-9AA8796FA952}">
      <dsp:nvSpPr>
        <dsp:cNvPr id="0" name=""/>
        <dsp:cNvSpPr/>
      </dsp:nvSpPr>
      <dsp:spPr>
        <a:xfrm>
          <a:off x="7810965" y="1938247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628A59-9147-EC4A-A540-24A5616DE0C9}">
      <dsp:nvSpPr>
        <dsp:cNvPr id="0" name=""/>
        <dsp:cNvSpPr/>
      </dsp:nvSpPr>
      <dsp:spPr>
        <a:xfrm>
          <a:off x="8111337" y="2313712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They are noticed here more often from the crust being thinner here</a:t>
          </a:r>
        </a:p>
      </dsp:txBody>
      <dsp:txXfrm>
        <a:off x="8155325" y="2357700"/>
        <a:ext cx="2315002" cy="14138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F9C4-A657-D62B-8577-EA1AACC7B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124083-AF93-BF3E-08F4-FCCCCED09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D3347-99E7-7717-4FCA-FA82B997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D135D-7FA5-A6E2-2C49-1F59F1DAB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00EA7-6F81-7F6D-6666-1F90943EF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20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9CE3-E24A-C8A9-A558-1C3EF885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67B20-2EA3-EB24-3C73-C01038E5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A7299-2FCD-00F2-1AC1-9965943A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EBBAB-A0E5-1D61-3D33-72BB84E11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C6D6B-1A9B-DFB0-4425-ACADBE54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1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AD7D-01DB-BF94-5BF6-D7C986D7B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8EA31-55DB-8E1D-0C7F-675F4487F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8C319-DA03-C19E-76BE-668086A9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2F9C4-ACC0-F27F-49EA-9163FEAAC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8E2C-7A74-7D36-E134-1B02C9EE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3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63ACF-8F7F-B82D-9B63-988EAECCC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BC822-E2C6-B372-C8C9-22E35BCAC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328DF-8AD2-839E-B091-CF039470C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717DC-569B-406B-E863-63E07B319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7760E-9C12-076F-2B12-15D7850C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47934-87C1-0477-5637-5EB8737F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78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B3DD-C8B0-CD1A-6092-627D6FD1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8EB0C-B751-06BE-97FF-D28CE089A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67ED0-8676-F975-DC16-F899F034C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581184-1F79-7854-9B29-BE1582A23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540852-701E-50F8-37B4-9716675BB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AD5AB8-435F-2D22-5AF5-D4CBF361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0699E-DE83-7F1A-443C-BFC6C607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7833B-73BC-9A18-B8F6-02693DCF3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6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C7B2-6C7A-F67E-C6ED-6D65E8CF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F761D-8BC7-388F-F21E-338B87CD6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05722-624E-0CC0-88A6-85E5782F4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402BC-9D43-75DB-80CE-90863192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7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273D21-CC49-FD8E-692F-A4D9CF31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20AD5-48A8-9C1B-8E80-D6D76FB8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8B470-0225-F4AD-44AA-D18EBC4F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8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B580-1725-4088-40FB-D3ACC1F5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EFC91-C1E9-4CD2-C87C-8ED5B8C46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91E9F-DA70-873C-A2F8-8AE2D921D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8CE69-8D0B-E70B-FC16-420C53805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FA942-5C2E-F1D5-BCC1-D1441AA1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CE45C-686B-7D6F-F4BD-ABD02FEB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05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FB61-1473-7EB7-0356-D492F7CF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C639A-C736-2159-25C5-2E70ED4A30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899C7-0109-C61D-A419-6B065AFD8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39C81-E20D-AC66-8623-7C6D44F02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EDC88-3990-9F0C-B9D0-C9D9B0BA9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751DE-C281-F50E-30C0-F7DDF252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06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2ACD-C776-9FEF-B49D-EB7E53799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A3657-BEC1-A99E-D8B1-F8CC0AC41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8CD97-84EA-3567-3E80-91D6C9CC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8DB09-299F-B88A-9C98-B56AA508F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76E3D-0839-1AEE-732F-F993871A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96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540E12-279D-CD2A-6701-AC029A07CD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3068C-8EFF-9938-3211-4E9A1E00B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CD632-FF4D-E1C9-1012-EE1FCFD6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6ED42-7E26-A2BB-70BF-3EE7FE16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ADAFD-3E5C-8EB8-8CFA-5C28A2D02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8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4CCC0-D45C-5CEE-A812-B0A568DB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1E7E1-BC06-E3DD-CA65-18A4967BF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F0623-4561-6258-8E67-FB402F857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76017E-68AA-4547-93A0-9E804D31C9A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8EBF2-30BA-FF51-AD13-AF7C5AF23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95EDE-DDB7-C5E1-8FFC-0E8A3AD00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2AC581-2E4F-C940-9FFA-87F090BA5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0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A7216-1FA9-6D31-3157-9594819AEB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073" r="-1" b="-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27BB8D-36D6-DEAC-E131-E3FE67DB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Analysis of the New Madrid Seismic Zone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6B022-E3EA-C4E6-7EA0-28688BA33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: Logan Slavens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1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DCE31-E754-9E81-0E06-39F36267B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Background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B7909-3F2C-5DBE-4DD0-2B76C47E2F2E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Unlike a plate boundary, This area is focused in the middle of a plate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This  zone is an aulacogen, a failed continental rift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200-250 million years ago the eastern side of the NA plate began to split down the middle. (Csontos, 2008)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continent formed back together and left the crust thinner than the rest of the plate.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Choose this area to study because it is in my home state of Arkansas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Most Americans only associate tectonic events with the west coast.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This area is still puzzling and not entirely understood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Unlike the west coast, infrastructure  in and around the NMSZ isn’t built to handle major seismic events.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5" name="Content Placeholder 4" descr="A map of the new madrid fault zone&#10;&#10;AI-generated content may be incorrect.">
            <a:extLst>
              <a:ext uri="{FF2B5EF4-FFF2-40B4-BE49-F238E27FC236}">
                <a16:creationId xmlns:a16="http://schemas.microsoft.com/office/drawing/2014/main" id="{3724F5AF-9E2F-34C6-66F2-F88E5FE29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78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571B38-59FB-8A4F-8C71-F7169C679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515" y="6858000"/>
            <a:ext cx="3607702" cy="288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5955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07 -0.19491 L -0.22096 -1.01343 " pathEditMode="relative" ptsTypes="AA">
                                      <p:cBhvr>
                                        <p:cTn id="3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4" descr="A map of the new madrid fault zone&#10;&#10;AI-generated content may be incorrect.">
            <a:extLst>
              <a:ext uri="{FF2B5EF4-FFF2-40B4-BE49-F238E27FC236}">
                <a16:creationId xmlns:a16="http://schemas.microsoft.com/office/drawing/2014/main" id="{AFA27229-9DFF-7218-1594-F5E63BCD49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2" b="3029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2F8CE-53D3-D1C6-43BA-9B50EA12C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/>
              <a:t>Does current geo-station data within the NMSZ show different movement than the rest of the North American plate?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Can you predict future seismic events with this data?</a:t>
            </a:r>
          </a:p>
          <a:p>
            <a:pPr>
              <a:buFont typeface="Wingdings" pitchFamily="2" charset="2"/>
              <a:buChar char="Ø"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32F03E-33EC-1C13-4336-DCF63DB8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87901"/>
            <a:ext cx="10515600" cy="13255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99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7E5F-3E27-82C0-3497-0B83CC28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801"/>
            <a:ext cx="7423298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Methods &amp; Approach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B90578-1E0A-C260-A769-948ED89696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570"/>
              </p:ext>
            </p:extLst>
          </p:nvPr>
        </p:nvGraphicFramePr>
        <p:xfrm>
          <a:off x="233915" y="733647"/>
          <a:ext cx="11674549" cy="5865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273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01FA5-44C1-4B77-27C0-0F31C61E4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841"/>
            <a:ext cx="10515600" cy="63433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- Maps</a:t>
            </a:r>
          </a:p>
        </p:txBody>
      </p:sp>
      <p:pic>
        <p:nvPicPr>
          <p:cNvPr id="8" name="Content Placeholder 7" descr="A map of the state of missouri&#10;&#10;AI-generated content may be incorrect.">
            <a:extLst>
              <a:ext uri="{FF2B5EF4-FFF2-40B4-BE49-F238E27FC236}">
                <a16:creationId xmlns:a16="http://schemas.microsoft.com/office/drawing/2014/main" id="{2E2CE43E-9BE1-ECFC-872D-33AF324192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59236" y="774721"/>
            <a:ext cx="5374246" cy="5568496"/>
          </a:xfrm>
          <a:prstGeom prst="rect">
            <a:avLst/>
          </a:prstGeom>
        </p:spPr>
      </p:pic>
      <p:pic>
        <p:nvPicPr>
          <p:cNvPr id="10" name="Content Placeholder 9" descr="A map of the state of mississippi&#10;&#10;AI-generated content may be incorrect.">
            <a:extLst>
              <a:ext uri="{FF2B5EF4-FFF2-40B4-BE49-F238E27FC236}">
                <a16:creationId xmlns:a16="http://schemas.microsoft.com/office/drawing/2014/main" id="{914F9229-335D-7CB4-2E85-68131D9DE5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58518" y="774721"/>
            <a:ext cx="5521036" cy="556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5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BDBA4-A08C-F513-3069-13314B42F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- Graphs</a:t>
            </a:r>
          </a:p>
        </p:txBody>
      </p:sp>
      <p:pic>
        <p:nvPicPr>
          <p:cNvPr id="6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5DE027D-D0F4-5C82-DC69-A95C7FA0E0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9527" y="2365285"/>
            <a:ext cx="5251675" cy="3938756"/>
          </a:xfrm>
          <a:prstGeom prst="rect">
            <a:avLst/>
          </a:prstGeom>
        </p:spPr>
      </p:pic>
      <p:pic>
        <p:nvPicPr>
          <p:cNvPr id="8" name="Content Placeholder 7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33504394-51B7-44AF-C956-7871142B2D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2260" y="2365285"/>
            <a:ext cx="5508751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C9B61-D2B7-A796-86FB-26835D2B7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– Final Results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" name="Content Placeholder 1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D1FD5FD-5A1A-E6F3-58B8-43AFCC1C84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-2" b="7214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8" name="Content Placeholder 7" descr="A graph of a graph showing a number of points&#10;&#10;AI-generated content may be incorrect.">
            <a:extLst>
              <a:ext uri="{FF2B5EF4-FFF2-40B4-BE49-F238E27FC236}">
                <a16:creationId xmlns:a16="http://schemas.microsoft.com/office/drawing/2014/main" id="{4470F5B0-5315-E932-3C26-D9159B58A1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5466" r="926" b="-3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9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04C9A-4721-ABDF-30D7-9F0CBB7E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E9B775F-CC16-EC38-3CF5-5BC5AE01AB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207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2683</TotalTime>
  <Words>512</Words>
  <Application>Microsoft Macintosh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Analysis of the New Madrid Seismic Zone</vt:lpstr>
      <vt:lpstr>Background Information</vt:lpstr>
      <vt:lpstr>PowerPoint Presentation</vt:lpstr>
      <vt:lpstr>Methods &amp; Approach</vt:lpstr>
      <vt:lpstr>Data - Maps</vt:lpstr>
      <vt:lpstr>Data - Graphs</vt:lpstr>
      <vt:lpstr>Data – Final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T Slavens</dc:creator>
  <cp:lastModifiedBy>Logan T Slavens</cp:lastModifiedBy>
  <cp:revision>2</cp:revision>
  <dcterms:created xsi:type="dcterms:W3CDTF">2026-02-08T19:49:07Z</dcterms:created>
  <dcterms:modified xsi:type="dcterms:W3CDTF">2026-02-11T20:31:13Z</dcterms:modified>
</cp:coreProperties>
</file>